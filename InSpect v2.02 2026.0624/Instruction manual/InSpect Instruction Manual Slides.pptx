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64FF64"/>
    <a:srgbClr val="0AFFFF"/>
    <a:srgbClr val="FF46FF"/>
    <a:srgbClr val="0101FF"/>
    <a:srgbClr val="00FFFF"/>
    <a:srgbClr val="29FFFF"/>
    <a:srgbClr val="0000FF"/>
    <a:srgbClr val="3D26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200" d="100"/>
          <a:sy n="200" d="100"/>
        </p:scale>
        <p:origin x="402" y="14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F9537-B391-9CEA-B6AD-AD34DAC74B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F1E688-3FCA-1201-49A9-30450FC32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29D27-0237-9010-0C8B-65549DA0E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1D7F0-8C5F-FE94-CB10-21A91883A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C9EAB5-5CD1-315E-49E3-14C13C3D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892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91CDE-1272-9A4D-E7EB-FF64161A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9739A-DD91-8205-B50A-8C9ABA4EC3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19BCA7-AB0F-7FC8-EFF6-C9B388C8D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02878-F431-98AF-C81F-31447FDC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50B11-DAFC-AC5C-6359-1E01D8A78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2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E421-ECA9-55C3-F409-7F7B1E13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90493-7FB2-E6E6-F777-532D8409D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0A34-456D-66D3-F70D-B464B1987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A6EA9-5FFD-3657-AD68-BFF01B9C0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A1FB0-944F-E896-FBFA-458E30330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667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F230-2296-6E2F-2139-15824C3FB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DDC5B-0491-43CB-39B5-5382BA80B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79883-C26A-E1F9-2732-77ABA171F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E6C04-EA27-3D8B-B6E9-2B8912291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F0ABF-3EE3-85B2-D391-590DAD58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4CA148-B86B-FCC5-7567-36F9A410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9061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870C1-89D0-4522-1F04-3CD56F250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4D256B-84AA-7319-D37E-8D6EBF77A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C6D03-D627-31C6-03E4-B338253918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8A920F-6F3E-C60C-2B7A-557D66B23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7C6499-329D-CAA2-76A7-A050BFB256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6935CA-8AD3-280A-B5F5-837003266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83DD17-F4B9-1D27-3CBE-FDAD65700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1EBC8-A0F0-AEA0-7DBE-F507A5BEB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876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777FB-55F7-5623-3B1D-8D8E9E3B0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6699B-0E15-CC50-1B24-7710796A0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B6ABAE-F0AA-2C56-A2E8-C01749465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9B6431-07D9-C7E9-73BC-775A5497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76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8F1D5F-5F3F-C3A3-D34F-BC7D7D72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337317-9F95-501A-BA4D-13B0CAA00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03DCC2-A53D-1086-1A1D-1EA8B93BE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02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631BF-FBAD-8D48-E90B-B19579A41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018724-FFD9-4854-C35F-B95933717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6C486-952A-BB1B-DCF4-CC6180F26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99F55-B889-3A8F-4262-DC7A0EE1B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86E4A-96A2-3C7B-82EA-C8A15B58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E23F0-0E77-DD3A-5299-E27782A7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616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B1B89-5F1B-2E9C-D4CD-8B2AE14DE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C74287-A300-7EED-C2A5-2AFC13C5B5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BDBAC2-9FE4-B7BB-A303-98A558D02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CC1B90-97B1-B3A4-C534-1BB850698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6F83CD-FC4D-7291-EC5E-26ED28C1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A9A8D-1A85-6CC0-FEE5-26E914F05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90F7B-8EAA-4D11-9F44-C067B52F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5FB06-BA8D-382A-6775-F0AB491CD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6A6903-872A-BA9A-7E24-6DB9D8C41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D3B44-BE5A-8CB1-4E5C-80E1E98F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CD0D-2B2E-EBE7-8442-CB2CA8E12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45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E16073-02B9-7259-8B3F-6D650674FC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F2927-E1C4-56B1-596E-BB8D5B1BC9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CBDEF2-9436-D044-FEE3-7B159357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45C42-21C5-8CFF-317F-A91C754A0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DE1E1-44D7-BA31-C745-1572EE079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31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D9D788-B25F-A060-F7B1-961E579BA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CD331-D514-7840-889D-D3A2FA354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B5A4B-81F5-E96F-C614-133201B9F6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FEAAA7-34C7-4E81-8BC1-C2B35D2EF202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1C544-A124-94F7-D39D-B13F584BF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2A211-727D-1708-C657-09ED5F5CD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6FF388-208B-472B-88E0-CF3AF9C1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11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C1FC8-3472-A586-068C-34452E858B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Instruction Manual Slides</a:t>
            </a:r>
            <a:br>
              <a:rPr lang="en-US" dirty="0"/>
            </a:br>
            <a:r>
              <a:rPr lang="en-US" dirty="0" err="1"/>
              <a:t>InSpect</a:t>
            </a:r>
            <a:r>
              <a:rPr lang="en-US" dirty="0"/>
              <a:t> and </a:t>
            </a:r>
            <a:r>
              <a:rPr lang="en-US" dirty="0" err="1"/>
              <a:t>AutoSpect</a:t>
            </a:r>
            <a:r>
              <a:rPr lang="en-US" dirty="0"/>
              <a:t> GUI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A62E9B-6622-107B-EE3E-36683234CA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Andrew M. Crawford</a:t>
            </a:r>
          </a:p>
          <a:p>
            <a:r>
              <a:rPr lang="en-US" dirty="0"/>
              <a:t>2024 - 10 - 28</a:t>
            </a:r>
          </a:p>
        </p:txBody>
      </p:sp>
    </p:spTree>
    <p:extLst>
      <p:ext uri="{BB962C8B-B14F-4D97-AF65-F5344CB8AC3E}">
        <p14:creationId xmlns:p14="http://schemas.microsoft.com/office/powerpoint/2010/main" val="678598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0CE35A07-86E1-E582-EAD9-4C80AAED5079}"/>
              </a:ext>
            </a:extLst>
          </p:cNvPr>
          <p:cNvSpPr txBox="1"/>
          <p:nvPr/>
        </p:nvSpPr>
        <p:spPr>
          <a:xfrm>
            <a:off x="-955417" y="1506591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DAEAF1-2746-437D-52B7-BE2C4C61BFA8}"/>
              </a:ext>
            </a:extLst>
          </p:cNvPr>
          <p:cNvSpPr txBox="1"/>
          <p:nvPr/>
        </p:nvSpPr>
        <p:spPr>
          <a:xfrm>
            <a:off x="-955417" y="1675437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A41000-53F7-9A6B-0DC9-45C67D5852D9}"/>
              </a:ext>
            </a:extLst>
          </p:cNvPr>
          <p:cNvSpPr txBox="1"/>
          <p:nvPr/>
        </p:nvSpPr>
        <p:spPr>
          <a:xfrm>
            <a:off x="-955417" y="1844283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7750C3-7D7C-3877-A12B-5F1C88DA29F8}"/>
              </a:ext>
            </a:extLst>
          </p:cNvPr>
          <p:cNvSpPr txBox="1"/>
          <p:nvPr/>
        </p:nvSpPr>
        <p:spPr>
          <a:xfrm>
            <a:off x="-955417" y="2013129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D807B0-A2AE-9646-072A-D3EC8854458C}"/>
              </a:ext>
            </a:extLst>
          </p:cNvPr>
          <p:cNvSpPr txBox="1"/>
          <p:nvPr/>
        </p:nvSpPr>
        <p:spPr>
          <a:xfrm>
            <a:off x="-955417" y="2181975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194866-43BC-E041-4501-F137F559B3CD}"/>
              </a:ext>
            </a:extLst>
          </p:cNvPr>
          <p:cNvSpPr txBox="1"/>
          <p:nvPr/>
        </p:nvSpPr>
        <p:spPr>
          <a:xfrm>
            <a:off x="-955417" y="2350821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947020-DD9B-863A-045B-914EEDDE2289}"/>
              </a:ext>
            </a:extLst>
          </p:cNvPr>
          <p:cNvSpPr txBox="1"/>
          <p:nvPr/>
        </p:nvSpPr>
        <p:spPr>
          <a:xfrm>
            <a:off x="-955417" y="2519667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B64225-E98F-A543-7403-5E3DF716A512}"/>
              </a:ext>
            </a:extLst>
          </p:cNvPr>
          <p:cNvSpPr txBox="1"/>
          <p:nvPr/>
        </p:nvSpPr>
        <p:spPr>
          <a:xfrm>
            <a:off x="-955417" y="2688513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8B277A-4C91-C504-B7C7-B6CD755DBED0}"/>
              </a:ext>
            </a:extLst>
          </p:cNvPr>
          <p:cNvSpPr txBox="1"/>
          <p:nvPr/>
        </p:nvSpPr>
        <p:spPr>
          <a:xfrm>
            <a:off x="-955417" y="2857359"/>
            <a:ext cx="128240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DD179-10D3-DF53-7AEB-EA9D47275E2E}"/>
              </a:ext>
            </a:extLst>
          </p:cNvPr>
          <p:cNvSpPr txBox="1"/>
          <p:nvPr/>
        </p:nvSpPr>
        <p:spPr>
          <a:xfrm>
            <a:off x="-955417" y="3026205"/>
            <a:ext cx="12824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A14246-68B2-D421-2E39-7D3FB66B1C6B}"/>
              </a:ext>
            </a:extLst>
          </p:cNvPr>
          <p:cNvSpPr txBox="1"/>
          <p:nvPr/>
        </p:nvSpPr>
        <p:spPr>
          <a:xfrm>
            <a:off x="-955417" y="3195051"/>
            <a:ext cx="12824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F69253-CC24-ECD9-47FB-0F1E1C215CD0}"/>
              </a:ext>
            </a:extLst>
          </p:cNvPr>
          <p:cNvSpPr txBox="1"/>
          <p:nvPr/>
        </p:nvSpPr>
        <p:spPr>
          <a:xfrm>
            <a:off x="-955417" y="3363897"/>
            <a:ext cx="12824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117AD62-1047-B75D-FC36-842FA4A4E0A6}"/>
              </a:ext>
            </a:extLst>
          </p:cNvPr>
          <p:cNvSpPr txBox="1"/>
          <p:nvPr/>
        </p:nvSpPr>
        <p:spPr>
          <a:xfrm>
            <a:off x="-955417" y="3532740"/>
            <a:ext cx="128240" cy="27699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0E656E5-D33F-711D-3CD2-1C81C8580D5D}"/>
              </a:ext>
            </a:extLst>
          </p:cNvPr>
          <p:cNvSpPr txBox="1"/>
          <p:nvPr/>
        </p:nvSpPr>
        <p:spPr>
          <a:xfrm>
            <a:off x="-265202" y="1644278"/>
            <a:ext cx="5770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FE82B45A-0C91-0EEB-8601-81112644F560}"/>
              </a:ext>
            </a:extLst>
          </p:cNvPr>
          <p:cNvSpPr txBox="1"/>
          <p:nvPr/>
        </p:nvSpPr>
        <p:spPr>
          <a:xfrm>
            <a:off x="-270012" y="1787006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B39C7C8-9927-BB0F-D8E3-08A73B62785D}"/>
              </a:ext>
            </a:extLst>
          </p:cNvPr>
          <p:cNvSpPr txBox="1"/>
          <p:nvPr/>
        </p:nvSpPr>
        <p:spPr>
          <a:xfrm>
            <a:off x="-265202" y="1929733"/>
            <a:ext cx="5770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2F45E08-C481-B5A8-457C-3F045F3730F0}"/>
              </a:ext>
            </a:extLst>
          </p:cNvPr>
          <p:cNvSpPr txBox="1"/>
          <p:nvPr/>
        </p:nvSpPr>
        <p:spPr>
          <a:xfrm>
            <a:off x="-270012" y="2072460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E6507E12-890E-DF29-7BE4-8D3A0FE7B17C}"/>
              </a:ext>
            </a:extLst>
          </p:cNvPr>
          <p:cNvSpPr txBox="1"/>
          <p:nvPr/>
        </p:nvSpPr>
        <p:spPr>
          <a:xfrm>
            <a:off x="-265202" y="2215188"/>
            <a:ext cx="5770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212657FF-6F94-6E91-1665-C164A55710A9}"/>
              </a:ext>
            </a:extLst>
          </p:cNvPr>
          <p:cNvSpPr txBox="1"/>
          <p:nvPr/>
        </p:nvSpPr>
        <p:spPr>
          <a:xfrm>
            <a:off x="-241157" y="2357915"/>
            <a:ext cx="33663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C4658B5C-EECB-01C7-5DC0-19DD18E46033}"/>
              </a:ext>
            </a:extLst>
          </p:cNvPr>
          <p:cNvSpPr txBox="1"/>
          <p:nvPr/>
        </p:nvSpPr>
        <p:spPr>
          <a:xfrm>
            <a:off x="-270012" y="2500642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3E4C2435-FF64-A0B0-D2AB-E7B0CA8383CD}"/>
              </a:ext>
            </a:extLst>
          </p:cNvPr>
          <p:cNvSpPr txBox="1"/>
          <p:nvPr/>
        </p:nvSpPr>
        <p:spPr>
          <a:xfrm>
            <a:off x="-270012" y="2643371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F4BA4BF-9F3C-8795-1960-F8EDDDA0CF11}"/>
              </a:ext>
            </a:extLst>
          </p:cNvPr>
          <p:cNvSpPr txBox="1"/>
          <p:nvPr/>
        </p:nvSpPr>
        <p:spPr>
          <a:xfrm>
            <a:off x="-236348" y="2786097"/>
            <a:ext cx="28854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7C7F135-364D-BAD5-7266-BB0D40AA561A}"/>
              </a:ext>
            </a:extLst>
          </p:cNvPr>
          <p:cNvSpPr txBox="1"/>
          <p:nvPr/>
        </p:nvSpPr>
        <p:spPr>
          <a:xfrm>
            <a:off x="-265202" y="2928826"/>
            <a:ext cx="5770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C426E2C9-0344-7158-2111-0A6C73AF5065}"/>
              </a:ext>
            </a:extLst>
          </p:cNvPr>
          <p:cNvSpPr txBox="1"/>
          <p:nvPr/>
        </p:nvSpPr>
        <p:spPr>
          <a:xfrm>
            <a:off x="-270012" y="3071551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989D3D92-5331-949E-9C11-2097908021EE}"/>
              </a:ext>
            </a:extLst>
          </p:cNvPr>
          <p:cNvSpPr txBox="1"/>
          <p:nvPr/>
        </p:nvSpPr>
        <p:spPr>
          <a:xfrm>
            <a:off x="-265202" y="3214280"/>
            <a:ext cx="5770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60646048-BA16-2E86-2E67-29E378792FD7}"/>
              </a:ext>
            </a:extLst>
          </p:cNvPr>
          <p:cNvSpPr txBox="1"/>
          <p:nvPr/>
        </p:nvSpPr>
        <p:spPr>
          <a:xfrm>
            <a:off x="-270012" y="3357006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F5F7E52-17F2-7424-0C9D-E00CF84DCF4A}"/>
              </a:ext>
            </a:extLst>
          </p:cNvPr>
          <p:cNvSpPr txBox="1"/>
          <p:nvPr/>
        </p:nvSpPr>
        <p:spPr>
          <a:xfrm>
            <a:off x="-265202" y="3499735"/>
            <a:ext cx="5770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FAD4A6A-E719-780F-39AD-472FC18D3A53}"/>
              </a:ext>
            </a:extLst>
          </p:cNvPr>
          <p:cNvSpPr txBox="1"/>
          <p:nvPr/>
        </p:nvSpPr>
        <p:spPr>
          <a:xfrm>
            <a:off x="-241157" y="3642462"/>
            <a:ext cx="33663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8D1215EB-FF2C-F6F2-2DCD-B8694434CA5E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57704F2E-0A7D-1825-66D9-C16A4166DB75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65F8E66C-A8EE-D4D7-5C13-4C7AD733EBC4}"/>
              </a:ext>
            </a:extLst>
          </p:cNvPr>
          <p:cNvSpPr txBox="1"/>
          <p:nvPr/>
        </p:nvSpPr>
        <p:spPr>
          <a:xfrm>
            <a:off x="-236348" y="4070645"/>
            <a:ext cx="28854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35878B7-7D0B-4A45-4247-C3D4F7ADF49A}"/>
              </a:ext>
            </a:extLst>
          </p:cNvPr>
          <p:cNvSpPr txBox="1"/>
          <p:nvPr/>
        </p:nvSpPr>
        <p:spPr>
          <a:xfrm>
            <a:off x="-236348" y="4213370"/>
            <a:ext cx="28854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2DC639CB-2547-B798-B681-EA7B18C5CBCB}"/>
              </a:ext>
            </a:extLst>
          </p:cNvPr>
          <p:cNvSpPr txBox="1"/>
          <p:nvPr/>
        </p:nvSpPr>
        <p:spPr>
          <a:xfrm>
            <a:off x="-236348" y="4356102"/>
            <a:ext cx="28854" cy="12281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7A0B8C-CF69-8570-AF67-27BBC9F0D9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41" y="1486224"/>
            <a:ext cx="4427559" cy="249372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DA93FE-E2F5-02B0-B2EE-B8C83723E9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363" y="954496"/>
            <a:ext cx="7284334" cy="5433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982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20016-3552-0BDB-94A1-56B082464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595" y="813976"/>
            <a:ext cx="978408" cy="548213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1D151A18-1004-156D-C87A-C67EAF6CC2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1582" y="813976"/>
            <a:ext cx="583427" cy="121007"/>
          </a:xfrm>
          <a:prstGeom prst="rect">
            <a:avLst/>
          </a:prstGeom>
        </p:spPr>
      </p:pic>
      <p:pic>
        <p:nvPicPr>
          <p:cNvPr id="120" name="Picture 119">
            <a:extLst>
              <a:ext uri="{FF2B5EF4-FFF2-40B4-BE49-F238E27FC236}">
                <a16:creationId xmlns:a16="http://schemas.microsoft.com/office/drawing/2014/main" id="{D1975267-8604-DDEA-9486-554B8EC54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868" y="925738"/>
            <a:ext cx="713850" cy="300569"/>
          </a:xfrm>
          <a:prstGeom prst="rect">
            <a:avLst/>
          </a:prstGeom>
        </p:spPr>
      </p:pic>
      <p:pic>
        <p:nvPicPr>
          <p:cNvPr id="115" name="Picture 114">
            <a:extLst>
              <a:ext uri="{FF2B5EF4-FFF2-40B4-BE49-F238E27FC236}">
                <a16:creationId xmlns:a16="http://schemas.microsoft.com/office/drawing/2014/main" id="{E6041E78-137B-D528-A50B-86125A6374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982" y="1391397"/>
            <a:ext cx="6394494" cy="40918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8EB46A7-9946-3143-27EB-8D6676412E9B}"/>
              </a:ext>
            </a:extLst>
          </p:cNvPr>
          <p:cNvSpPr/>
          <p:nvPr/>
        </p:nvSpPr>
        <p:spPr>
          <a:xfrm>
            <a:off x="2372360" y="1960880"/>
            <a:ext cx="2763520" cy="232664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CA2FE5-73AD-A454-1499-77D855339E55}"/>
              </a:ext>
            </a:extLst>
          </p:cNvPr>
          <p:cNvSpPr/>
          <p:nvPr/>
        </p:nvSpPr>
        <p:spPr>
          <a:xfrm>
            <a:off x="5160051" y="2140814"/>
            <a:ext cx="3484840" cy="3086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BB65B2-D0C4-0D24-D7F1-39D6DE215FC1}"/>
              </a:ext>
            </a:extLst>
          </p:cNvPr>
          <p:cNvSpPr/>
          <p:nvPr/>
        </p:nvSpPr>
        <p:spPr>
          <a:xfrm>
            <a:off x="4175760" y="4293123"/>
            <a:ext cx="902706" cy="93419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674F1B-ECF0-CEA3-F32E-888F4EF7D142}"/>
              </a:ext>
            </a:extLst>
          </p:cNvPr>
          <p:cNvSpPr txBox="1"/>
          <p:nvPr/>
        </p:nvSpPr>
        <p:spPr>
          <a:xfrm>
            <a:off x="2514600" y="446532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889864-F501-3D1F-EDFA-4DF8E68535E2}"/>
              </a:ext>
            </a:extLst>
          </p:cNvPr>
          <p:cNvSpPr txBox="1"/>
          <p:nvPr/>
        </p:nvSpPr>
        <p:spPr>
          <a:xfrm>
            <a:off x="3147060" y="315087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86209B-55D7-7FB5-5259-41411E5E2A1D}"/>
              </a:ext>
            </a:extLst>
          </p:cNvPr>
          <p:cNvSpPr txBox="1"/>
          <p:nvPr/>
        </p:nvSpPr>
        <p:spPr>
          <a:xfrm>
            <a:off x="5369623" y="2407920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66F8E0-D920-085C-9B4F-0DE0025A6E74}"/>
              </a:ext>
            </a:extLst>
          </p:cNvPr>
          <p:cNvSpPr txBox="1"/>
          <p:nvPr/>
        </p:nvSpPr>
        <p:spPr>
          <a:xfrm>
            <a:off x="4627113" y="4649986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</a:rPr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1A0E7E-809F-5F48-E373-88ABAA64C144}"/>
              </a:ext>
            </a:extLst>
          </p:cNvPr>
          <p:cNvSpPr txBox="1"/>
          <p:nvPr/>
        </p:nvSpPr>
        <p:spPr>
          <a:xfrm>
            <a:off x="-265202" y="16442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3E28541-C290-CF63-5340-99C05D710A9E}"/>
              </a:ext>
            </a:extLst>
          </p:cNvPr>
          <p:cNvSpPr txBox="1"/>
          <p:nvPr/>
        </p:nvSpPr>
        <p:spPr>
          <a:xfrm>
            <a:off x="-270012" y="178700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229CF0-5C4F-F3B3-EFF0-DA3908002DF1}"/>
              </a:ext>
            </a:extLst>
          </p:cNvPr>
          <p:cNvSpPr txBox="1"/>
          <p:nvPr/>
        </p:nvSpPr>
        <p:spPr>
          <a:xfrm>
            <a:off x="-265202" y="1929733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C95AD3-9458-519E-8F46-E509E33B88D5}"/>
              </a:ext>
            </a:extLst>
          </p:cNvPr>
          <p:cNvSpPr txBox="1"/>
          <p:nvPr/>
        </p:nvSpPr>
        <p:spPr>
          <a:xfrm>
            <a:off x="-270012" y="2072460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10E712-1C3B-D0F7-FB1F-9C867B83561D}"/>
              </a:ext>
            </a:extLst>
          </p:cNvPr>
          <p:cNvSpPr txBox="1"/>
          <p:nvPr/>
        </p:nvSpPr>
        <p:spPr>
          <a:xfrm>
            <a:off x="-265202" y="221518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EC9A6AD-74AE-DDE5-96BF-3097D9F0559A}"/>
              </a:ext>
            </a:extLst>
          </p:cNvPr>
          <p:cNvSpPr txBox="1"/>
          <p:nvPr/>
        </p:nvSpPr>
        <p:spPr>
          <a:xfrm>
            <a:off x="-241157" y="2357915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1738702-093D-E463-0230-1D6F1050A12F}"/>
              </a:ext>
            </a:extLst>
          </p:cNvPr>
          <p:cNvSpPr txBox="1"/>
          <p:nvPr/>
        </p:nvSpPr>
        <p:spPr>
          <a:xfrm>
            <a:off x="-270012" y="250064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CFC16B-1789-8AC1-7030-B86BE267001E}"/>
              </a:ext>
            </a:extLst>
          </p:cNvPr>
          <p:cNvSpPr txBox="1"/>
          <p:nvPr/>
        </p:nvSpPr>
        <p:spPr>
          <a:xfrm>
            <a:off x="-270012" y="264337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4E89A1-C132-F71A-32C8-B9D33BB3CEF6}"/>
              </a:ext>
            </a:extLst>
          </p:cNvPr>
          <p:cNvSpPr txBox="1"/>
          <p:nvPr/>
        </p:nvSpPr>
        <p:spPr>
          <a:xfrm>
            <a:off x="-236348" y="2786097"/>
            <a:ext cx="28854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49207E-0752-115D-0724-B36DA7166D41}"/>
              </a:ext>
            </a:extLst>
          </p:cNvPr>
          <p:cNvSpPr txBox="1"/>
          <p:nvPr/>
        </p:nvSpPr>
        <p:spPr>
          <a:xfrm>
            <a:off x="-250775" y="2928679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3D0408-4B31-9C10-5B6A-EEEECBEC3A43}"/>
              </a:ext>
            </a:extLst>
          </p:cNvPr>
          <p:cNvSpPr txBox="1"/>
          <p:nvPr/>
        </p:nvSpPr>
        <p:spPr>
          <a:xfrm>
            <a:off x="-267607" y="307140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ED3DFB-671F-8066-2D51-DF85827B6DBC}"/>
              </a:ext>
            </a:extLst>
          </p:cNvPr>
          <p:cNvSpPr txBox="1"/>
          <p:nvPr/>
        </p:nvSpPr>
        <p:spPr>
          <a:xfrm>
            <a:off x="-250775" y="3214133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A0FF499-0D35-DFCB-53CB-9FF7652C7B60}"/>
              </a:ext>
            </a:extLst>
          </p:cNvPr>
          <p:cNvSpPr txBox="1"/>
          <p:nvPr/>
        </p:nvSpPr>
        <p:spPr>
          <a:xfrm>
            <a:off x="-284439" y="3356859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A160471-D2CA-9862-9BA5-62C96B407558}"/>
              </a:ext>
            </a:extLst>
          </p:cNvPr>
          <p:cNvSpPr txBox="1"/>
          <p:nvPr/>
        </p:nvSpPr>
        <p:spPr>
          <a:xfrm>
            <a:off x="-267607" y="34995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128329-4900-BD3B-3189-E6621589DE20}"/>
              </a:ext>
            </a:extLst>
          </p:cNvPr>
          <p:cNvSpPr txBox="1"/>
          <p:nvPr/>
        </p:nvSpPr>
        <p:spPr>
          <a:xfrm>
            <a:off x="-255584" y="36423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BFC4FB-1948-EE29-822A-C5597E9AF36D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DA1003-9255-461E-A690-C605E9C427C8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C7F3D6A-2DB1-A5F0-14E4-40E1E7C0B25F}"/>
              </a:ext>
            </a:extLst>
          </p:cNvPr>
          <p:cNvSpPr txBox="1"/>
          <p:nvPr/>
        </p:nvSpPr>
        <p:spPr>
          <a:xfrm>
            <a:off x="-241959" y="40704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D5C795-638E-CC57-D9DF-551815EECA1D}"/>
              </a:ext>
            </a:extLst>
          </p:cNvPr>
          <p:cNvSpPr txBox="1"/>
          <p:nvPr/>
        </p:nvSpPr>
        <p:spPr>
          <a:xfrm>
            <a:off x="-250775" y="4213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AE1576-BE86-8448-3A9D-21DF4EA5D2DD}"/>
              </a:ext>
            </a:extLst>
          </p:cNvPr>
          <p:cNvSpPr txBox="1"/>
          <p:nvPr/>
        </p:nvSpPr>
        <p:spPr>
          <a:xfrm>
            <a:off x="-238753" y="43559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C4EA151-353E-1F51-D402-F88A673BF7B0}"/>
              </a:ext>
            </a:extLst>
          </p:cNvPr>
          <p:cNvSpPr txBox="1"/>
          <p:nvPr/>
        </p:nvSpPr>
        <p:spPr>
          <a:xfrm>
            <a:off x="2456892" y="5227320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591B1B-2362-15AF-B350-F7F745CFFF16}"/>
              </a:ext>
            </a:extLst>
          </p:cNvPr>
          <p:cNvSpPr txBox="1"/>
          <p:nvPr/>
        </p:nvSpPr>
        <p:spPr>
          <a:xfrm>
            <a:off x="2339125" y="1665689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76318A1-CD01-7F8D-9785-1A10932211FB}"/>
              </a:ext>
            </a:extLst>
          </p:cNvPr>
          <p:cNvSpPr txBox="1"/>
          <p:nvPr/>
        </p:nvSpPr>
        <p:spPr>
          <a:xfrm>
            <a:off x="2451214" y="1665689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2F5693A-C014-6DC0-CF0A-B11B40E46C9E}"/>
              </a:ext>
            </a:extLst>
          </p:cNvPr>
          <p:cNvSpPr txBox="1"/>
          <p:nvPr/>
        </p:nvSpPr>
        <p:spPr>
          <a:xfrm>
            <a:off x="2558493" y="1665689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CC3FEF2-83E1-8345-19A7-CAF38DFB32D6}"/>
              </a:ext>
            </a:extLst>
          </p:cNvPr>
          <p:cNvSpPr txBox="1"/>
          <p:nvPr/>
        </p:nvSpPr>
        <p:spPr>
          <a:xfrm>
            <a:off x="2656154" y="1665689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ED7941D-B51F-3CF6-4749-253605A64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1667" y="807704"/>
            <a:ext cx="600714" cy="216084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DC24943-3EFA-6F66-217A-9A53C3F4E0E5}"/>
              </a:ext>
            </a:extLst>
          </p:cNvPr>
          <p:cNvSpPr txBox="1"/>
          <p:nvPr/>
        </p:nvSpPr>
        <p:spPr>
          <a:xfrm>
            <a:off x="3030371" y="542213"/>
            <a:ext cx="466473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/>
              <a:t>Menu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34AD10-861E-EF5A-D7FA-569539C1B263}"/>
              </a:ext>
            </a:extLst>
          </p:cNvPr>
          <p:cNvSpPr txBox="1"/>
          <p:nvPr/>
        </p:nvSpPr>
        <p:spPr>
          <a:xfrm>
            <a:off x="5731582" y="542213"/>
            <a:ext cx="128079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dirty="0"/>
              <a:t>Context Menus</a:t>
            </a:r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A0A59538-2D61-F3D6-86A5-BEAC8F917B02}"/>
              </a:ext>
            </a:extLst>
          </p:cNvPr>
          <p:cNvCxnSpPr>
            <a:cxnSpLocks/>
          </p:cNvCxnSpPr>
          <p:nvPr/>
        </p:nvCxnSpPr>
        <p:spPr>
          <a:xfrm flipH="1" flipV="1">
            <a:off x="7024945" y="915933"/>
            <a:ext cx="698071" cy="3931920"/>
          </a:xfrm>
          <a:prstGeom prst="bentConnector3">
            <a:avLst>
              <a:gd name="adj1" fmla="val -3274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A06449E7-E281-A92A-3C3E-83F0FFF3F502}"/>
              </a:ext>
            </a:extLst>
          </p:cNvPr>
          <p:cNvCxnSpPr>
            <a:cxnSpLocks/>
          </p:cNvCxnSpPr>
          <p:nvPr/>
        </p:nvCxnSpPr>
        <p:spPr>
          <a:xfrm flipH="1">
            <a:off x="7718723" y="3839877"/>
            <a:ext cx="2381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280309F-5022-957B-6415-10576DA670C3}"/>
              </a:ext>
            </a:extLst>
          </p:cNvPr>
          <p:cNvCxnSpPr>
            <a:cxnSpLocks/>
          </p:cNvCxnSpPr>
          <p:nvPr/>
        </p:nvCxnSpPr>
        <p:spPr>
          <a:xfrm flipH="1">
            <a:off x="7718723" y="2783872"/>
            <a:ext cx="2381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0A5C00D-1A1B-3624-B1E0-00F52515BA8A}"/>
              </a:ext>
            </a:extLst>
          </p:cNvPr>
          <p:cNvSpPr txBox="1"/>
          <p:nvPr/>
        </p:nvSpPr>
        <p:spPr>
          <a:xfrm>
            <a:off x="5263577" y="3012370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6F86252-0518-EF58-0686-94A4E035C37D}"/>
              </a:ext>
            </a:extLst>
          </p:cNvPr>
          <p:cNvSpPr txBox="1"/>
          <p:nvPr/>
        </p:nvSpPr>
        <p:spPr>
          <a:xfrm>
            <a:off x="2751411" y="1665689"/>
            <a:ext cx="3366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7BB9B653-ECC8-C7A9-F6C9-219C982CF78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347790" y="1118421"/>
            <a:ext cx="482513" cy="36810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>
            <a:extLst>
              <a:ext uri="{FF2B5EF4-FFF2-40B4-BE49-F238E27FC236}">
                <a16:creationId xmlns:a16="http://schemas.microsoft.com/office/drawing/2014/main" id="{EF0B3510-22BC-F154-C61E-6F2D4577B46D}"/>
              </a:ext>
            </a:extLst>
          </p:cNvPr>
          <p:cNvSpPr txBox="1"/>
          <p:nvPr/>
        </p:nvSpPr>
        <p:spPr>
          <a:xfrm>
            <a:off x="3481808" y="771612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</a:rPr>
              <a:t>5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C342B4C-D67A-EDAA-D698-76AB2E82C235}"/>
              </a:ext>
            </a:extLst>
          </p:cNvPr>
          <p:cNvSpPr txBox="1"/>
          <p:nvPr/>
        </p:nvSpPr>
        <p:spPr>
          <a:xfrm>
            <a:off x="2602836" y="2113245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5CF1693-01FE-E342-9AB6-1DB804F5B1F1}"/>
              </a:ext>
            </a:extLst>
          </p:cNvPr>
          <p:cNvSpPr txBox="1"/>
          <p:nvPr/>
        </p:nvSpPr>
        <p:spPr>
          <a:xfrm>
            <a:off x="3527824" y="2113245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E8095DB-4938-D9FA-05B1-7A5C6B263BF2}"/>
              </a:ext>
            </a:extLst>
          </p:cNvPr>
          <p:cNvSpPr txBox="1"/>
          <p:nvPr/>
        </p:nvSpPr>
        <p:spPr>
          <a:xfrm>
            <a:off x="4488235" y="2113245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4782092-FA71-137B-47FC-4A0FA4B4CAC6}"/>
              </a:ext>
            </a:extLst>
          </p:cNvPr>
          <p:cNvSpPr txBox="1"/>
          <p:nvPr/>
        </p:nvSpPr>
        <p:spPr>
          <a:xfrm>
            <a:off x="2606130" y="3599950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F53F64D-4DDA-A02D-34B4-9D1C3308D3B9}"/>
              </a:ext>
            </a:extLst>
          </p:cNvPr>
          <p:cNvSpPr txBox="1"/>
          <p:nvPr/>
        </p:nvSpPr>
        <p:spPr>
          <a:xfrm>
            <a:off x="3535928" y="359995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71527CB-2B8E-93A9-996A-9A5947D2831B}"/>
              </a:ext>
            </a:extLst>
          </p:cNvPr>
          <p:cNvSpPr txBox="1"/>
          <p:nvPr/>
        </p:nvSpPr>
        <p:spPr>
          <a:xfrm>
            <a:off x="4505956" y="3599950"/>
            <a:ext cx="3366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F0044F2-3162-90F0-37A4-5D30635B7DDB}"/>
              </a:ext>
            </a:extLst>
          </p:cNvPr>
          <p:cNvSpPr txBox="1"/>
          <p:nvPr/>
        </p:nvSpPr>
        <p:spPr>
          <a:xfrm>
            <a:off x="4341324" y="4574397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8BF5DFB6-F741-F3A5-ECA2-4CE59310E571}"/>
              </a:ext>
            </a:extLst>
          </p:cNvPr>
          <p:cNvSpPr txBox="1"/>
          <p:nvPr/>
        </p:nvSpPr>
        <p:spPr>
          <a:xfrm>
            <a:off x="4256504" y="5082885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1A29EE-9119-2B29-876B-F76851B2B622}"/>
              </a:ext>
            </a:extLst>
          </p:cNvPr>
          <p:cNvSpPr txBox="1"/>
          <p:nvPr/>
        </p:nvSpPr>
        <p:spPr>
          <a:xfrm>
            <a:off x="4839031" y="5075206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0B6EFA5-3773-6E3A-140D-28BF2722FEAD}"/>
              </a:ext>
            </a:extLst>
          </p:cNvPr>
          <p:cNvSpPr txBox="1"/>
          <p:nvPr/>
        </p:nvSpPr>
        <p:spPr>
          <a:xfrm>
            <a:off x="5410314" y="2876235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F90E518-0823-6798-8671-61AE26D347F8}"/>
              </a:ext>
            </a:extLst>
          </p:cNvPr>
          <p:cNvSpPr txBox="1"/>
          <p:nvPr/>
        </p:nvSpPr>
        <p:spPr>
          <a:xfrm>
            <a:off x="5407909" y="3899640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7ADA888-B32F-CCB7-1129-EAE8FA25E099}"/>
              </a:ext>
            </a:extLst>
          </p:cNvPr>
          <p:cNvSpPr txBox="1"/>
          <p:nvPr/>
        </p:nvSpPr>
        <p:spPr>
          <a:xfrm>
            <a:off x="5410314" y="4923044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BAB44BA4-281E-FB6E-5D74-B18B4DEA7438}"/>
              </a:ext>
            </a:extLst>
          </p:cNvPr>
          <p:cNvSpPr txBox="1"/>
          <p:nvPr/>
        </p:nvSpPr>
        <p:spPr>
          <a:xfrm>
            <a:off x="6489489" y="801768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8500509-C408-F84F-1E59-98604E8E5EEC}"/>
              </a:ext>
            </a:extLst>
          </p:cNvPr>
          <p:cNvSpPr txBox="1"/>
          <p:nvPr/>
        </p:nvSpPr>
        <p:spPr>
          <a:xfrm>
            <a:off x="6485945" y="90082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25B8BB98-28B0-313A-2718-BE69B33716CB}"/>
              </a:ext>
            </a:extLst>
          </p:cNvPr>
          <p:cNvSpPr txBox="1"/>
          <p:nvPr/>
        </p:nvSpPr>
        <p:spPr>
          <a:xfrm>
            <a:off x="2836508" y="794232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B690910C-5B34-F58F-A8E4-029DAEB627DF}"/>
              </a:ext>
            </a:extLst>
          </p:cNvPr>
          <p:cNvSpPr txBox="1"/>
          <p:nvPr/>
        </p:nvSpPr>
        <p:spPr>
          <a:xfrm>
            <a:off x="2836508" y="105567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72D77117-D835-DEC3-23E6-3852E4C6F170}"/>
              </a:ext>
            </a:extLst>
          </p:cNvPr>
          <p:cNvSpPr txBox="1"/>
          <p:nvPr/>
        </p:nvSpPr>
        <p:spPr>
          <a:xfrm>
            <a:off x="2834103" y="1152912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A563F36A-C3E6-BD21-5E38-896A8552FAA8}"/>
              </a:ext>
            </a:extLst>
          </p:cNvPr>
          <p:cNvSpPr txBox="1"/>
          <p:nvPr/>
        </p:nvSpPr>
        <p:spPr>
          <a:xfrm>
            <a:off x="3531753" y="4459748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05E34B1A-76DF-879B-93C8-B17DEFE6A204}"/>
              </a:ext>
            </a:extLst>
          </p:cNvPr>
          <p:cNvSpPr txBox="1"/>
          <p:nvPr/>
        </p:nvSpPr>
        <p:spPr>
          <a:xfrm>
            <a:off x="3808915" y="906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0C8FE81-74EA-54D8-B925-AA31583EE49B}"/>
              </a:ext>
            </a:extLst>
          </p:cNvPr>
          <p:cNvSpPr txBox="1"/>
          <p:nvPr/>
        </p:nvSpPr>
        <p:spPr>
          <a:xfrm>
            <a:off x="3820938" y="1007232"/>
            <a:ext cx="3366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F703309-E278-CD93-81D6-EEED101CA6AB}"/>
              </a:ext>
            </a:extLst>
          </p:cNvPr>
          <p:cNvSpPr txBox="1"/>
          <p:nvPr/>
        </p:nvSpPr>
        <p:spPr>
          <a:xfrm>
            <a:off x="3806511" y="1108239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8718282-4869-7F65-E3E2-6136433D52BB}"/>
              </a:ext>
            </a:extLst>
          </p:cNvPr>
          <p:cNvSpPr txBox="1"/>
          <p:nvPr/>
        </p:nvSpPr>
        <p:spPr>
          <a:xfrm>
            <a:off x="6322898" y="691606"/>
            <a:ext cx="8496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</a:rPr>
              <a:t>6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73A8A5C-F1A6-5823-9F36-A638951A47DA}"/>
              </a:ext>
            </a:extLst>
          </p:cNvPr>
          <p:cNvSpPr txBox="1"/>
          <p:nvPr/>
        </p:nvSpPr>
        <p:spPr>
          <a:xfrm>
            <a:off x="5859242" y="708565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225E935-57B5-4983-F699-3A733C6B4DAE}"/>
              </a:ext>
            </a:extLst>
          </p:cNvPr>
          <p:cNvSpPr txBox="1"/>
          <p:nvPr/>
        </p:nvSpPr>
        <p:spPr>
          <a:xfrm>
            <a:off x="5787285" y="801768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F0193D-801A-681F-BEA7-AEAC5215DC36}"/>
              </a:ext>
            </a:extLst>
          </p:cNvPr>
          <p:cNvSpPr txBox="1"/>
          <p:nvPr/>
        </p:nvSpPr>
        <p:spPr>
          <a:xfrm>
            <a:off x="2834103" y="887716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404974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B1A4E-4A2D-01F7-4D05-237737096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B9232533-FF57-6FFB-7588-D63FA09BF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380480"/>
            <a:ext cx="6402663" cy="40970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0697B4-EC71-197D-BAA6-271B3E9DFBA8}"/>
              </a:ext>
            </a:extLst>
          </p:cNvPr>
          <p:cNvSpPr txBox="1"/>
          <p:nvPr/>
        </p:nvSpPr>
        <p:spPr>
          <a:xfrm>
            <a:off x="-265202" y="16442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B6632B-7A3F-227F-1EAD-9ED8FDABA290}"/>
              </a:ext>
            </a:extLst>
          </p:cNvPr>
          <p:cNvSpPr txBox="1"/>
          <p:nvPr/>
        </p:nvSpPr>
        <p:spPr>
          <a:xfrm>
            <a:off x="-270012" y="178700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5E2BC-1E08-B3E1-5C93-63E172CFF269}"/>
              </a:ext>
            </a:extLst>
          </p:cNvPr>
          <p:cNvSpPr txBox="1"/>
          <p:nvPr/>
        </p:nvSpPr>
        <p:spPr>
          <a:xfrm>
            <a:off x="-265202" y="1929733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EA0877-96C6-D3EF-C9DA-E83E58A08554}"/>
              </a:ext>
            </a:extLst>
          </p:cNvPr>
          <p:cNvSpPr txBox="1"/>
          <p:nvPr/>
        </p:nvSpPr>
        <p:spPr>
          <a:xfrm>
            <a:off x="-270012" y="2072460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765974-3DAE-9682-4110-261704B82248}"/>
              </a:ext>
            </a:extLst>
          </p:cNvPr>
          <p:cNvSpPr txBox="1"/>
          <p:nvPr/>
        </p:nvSpPr>
        <p:spPr>
          <a:xfrm>
            <a:off x="-265202" y="221518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9F473-0E84-B4F9-575E-E48B37A07D30}"/>
              </a:ext>
            </a:extLst>
          </p:cNvPr>
          <p:cNvSpPr txBox="1"/>
          <p:nvPr/>
        </p:nvSpPr>
        <p:spPr>
          <a:xfrm>
            <a:off x="-241157" y="2357915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63D13A-EDF6-5A1E-4C9F-CD15C060E6D9}"/>
              </a:ext>
            </a:extLst>
          </p:cNvPr>
          <p:cNvSpPr txBox="1"/>
          <p:nvPr/>
        </p:nvSpPr>
        <p:spPr>
          <a:xfrm>
            <a:off x="-270012" y="250064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5CBDA0-55B5-4563-6219-E746A3817E3A}"/>
              </a:ext>
            </a:extLst>
          </p:cNvPr>
          <p:cNvSpPr txBox="1"/>
          <p:nvPr/>
        </p:nvSpPr>
        <p:spPr>
          <a:xfrm>
            <a:off x="-270012" y="264337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C980C8-F7FE-9ECB-B888-2C9FBC388095}"/>
              </a:ext>
            </a:extLst>
          </p:cNvPr>
          <p:cNvSpPr txBox="1"/>
          <p:nvPr/>
        </p:nvSpPr>
        <p:spPr>
          <a:xfrm>
            <a:off x="-236348" y="2786097"/>
            <a:ext cx="28854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8A3B56-3777-758D-07F7-2C989A831386}"/>
              </a:ext>
            </a:extLst>
          </p:cNvPr>
          <p:cNvSpPr txBox="1"/>
          <p:nvPr/>
        </p:nvSpPr>
        <p:spPr>
          <a:xfrm>
            <a:off x="-250775" y="2928679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48BB011-F887-E4CC-BEF1-1AA6A845EFBA}"/>
              </a:ext>
            </a:extLst>
          </p:cNvPr>
          <p:cNvSpPr txBox="1"/>
          <p:nvPr/>
        </p:nvSpPr>
        <p:spPr>
          <a:xfrm>
            <a:off x="-267607" y="307140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14EE56-E8DD-7CB2-ED6D-58033D8228B4}"/>
              </a:ext>
            </a:extLst>
          </p:cNvPr>
          <p:cNvSpPr txBox="1"/>
          <p:nvPr/>
        </p:nvSpPr>
        <p:spPr>
          <a:xfrm>
            <a:off x="-250775" y="3214133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460C145-71E9-CA01-B86E-5F93E2DA19AC}"/>
              </a:ext>
            </a:extLst>
          </p:cNvPr>
          <p:cNvSpPr txBox="1"/>
          <p:nvPr/>
        </p:nvSpPr>
        <p:spPr>
          <a:xfrm>
            <a:off x="-284439" y="3356859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E9832E-840F-2A5B-D1A4-DB47548470EC}"/>
              </a:ext>
            </a:extLst>
          </p:cNvPr>
          <p:cNvSpPr txBox="1"/>
          <p:nvPr/>
        </p:nvSpPr>
        <p:spPr>
          <a:xfrm>
            <a:off x="-267607" y="34995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4963EAA-8A89-30E4-1B58-83CA65E6500A}"/>
              </a:ext>
            </a:extLst>
          </p:cNvPr>
          <p:cNvSpPr txBox="1"/>
          <p:nvPr/>
        </p:nvSpPr>
        <p:spPr>
          <a:xfrm>
            <a:off x="-255584" y="36423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EF3038-E39B-0CC0-91C0-B46AA42A5F98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6241EE4-8F6B-7346-D657-0998809542A5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E668B6-19EB-D0B7-8940-0BCD25F440FC}"/>
              </a:ext>
            </a:extLst>
          </p:cNvPr>
          <p:cNvSpPr txBox="1"/>
          <p:nvPr/>
        </p:nvSpPr>
        <p:spPr>
          <a:xfrm>
            <a:off x="-241959" y="40704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B95BE8-B83E-CD91-CB6D-69DA0C197289}"/>
              </a:ext>
            </a:extLst>
          </p:cNvPr>
          <p:cNvSpPr txBox="1"/>
          <p:nvPr/>
        </p:nvSpPr>
        <p:spPr>
          <a:xfrm>
            <a:off x="-250775" y="4213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44140E-09C7-89F7-79E2-829BCCCD9CAA}"/>
              </a:ext>
            </a:extLst>
          </p:cNvPr>
          <p:cNvSpPr txBox="1"/>
          <p:nvPr/>
        </p:nvSpPr>
        <p:spPr>
          <a:xfrm>
            <a:off x="-238753" y="43559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F219A-A9D0-5F8B-055C-E34E4DE01A13}"/>
              </a:ext>
            </a:extLst>
          </p:cNvPr>
          <p:cNvSpPr/>
          <p:nvPr/>
        </p:nvSpPr>
        <p:spPr>
          <a:xfrm>
            <a:off x="2895600" y="1928587"/>
            <a:ext cx="2174240" cy="328742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C2B5606-04D7-44CF-CA50-270E60F999B5}"/>
              </a:ext>
            </a:extLst>
          </p:cNvPr>
          <p:cNvSpPr txBox="1"/>
          <p:nvPr/>
        </p:nvSpPr>
        <p:spPr>
          <a:xfrm>
            <a:off x="12278360" y="249657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2CA1DBC-56AD-AB51-19BE-A2DACA5CA9D6}"/>
              </a:ext>
            </a:extLst>
          </p:cNvPr>
          <p:cNvSpPr txBox="1"/>
          <p:nvPr/>
        </p:nvSpPr>
        <p:spPr>
          <a:xfrm>
            <a:off x="3085621" y="2092372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B3642A5-F191-47BE-5086-545DEFA5CF81}"/>
              </a:ext>
            </a:extLst>
          </p:cNvPr>
          <p:cNvSpPr txBox="1"/>
          <p:nvPr/>
        </p:nvSpPr>
        <p:spPr>
          <a:xfrm>
            <a:off x="3738422" y="209237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E26A5E-FD56-8D3B-FC1A-A48729B9FBFE}"/>
              </a:ext>
            </a:extLst>
          </p:cNvPr>
          <p:cNvSpPr txBox="1"/>
          <p:nvPr/>
        </p:nvSpPr>
        <p:spPr>
          <a:xfrm>
            <a:off x="4353226" y="213386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8CB4D7B-4124-76ED-7F50-6A39C0A0DB17}"/>
              </a:ext>
            </a:extLst>
          </p:cNvPr>
          <p:cNvSpPr txBox="1"/>
          <p:nvPr/>
        </p:nvSpPr>
        <p:spPr>
          <a:xfrm>
            <a:off x="3088827" y="2643151"/>
            <a:ext cx="109004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DB449E0-4F63-4099-B8A3-39D70F1D0F2D}"/>
              </a:ext>
            </a:extLst>
          </p:cNvPr>
          <p:cNvSpPr txBox="1"/>
          <p:nvPr/>
        </p:nvSpPr>
        <p:spPr>
          <a:xfrm>
            <a:off x="2935191" y="4154305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ADF5E3-4468-904B-237F-AAFB17A52562}"/>
              </a:ext>
            </a:extLst>
          </p:cNvPr>
          <p:cNvSpPr txBox="1"/>
          <p:nvPr/>
        </p:nvSpPr>
        <p:spPr>
          <a:xfrm>
            <a:off x="2944808" y="4412161"/>
            <a:ext cx="3366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1806F10-9C99-B5EC-08A7-BEFAA8C9FC6A}"/>
              </a:ext>
            </a:extLst>
          </p:cNvPr>
          <p:cNvSpPr/>
          <p:nvPr/>
        </p:nvSpPr>
        <p:spPr>
          <a:xfrm>
            <a:off x="5252720" y="1820214"/>
            <a:ext cx="3977640" cy="33207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4A42152-C49D-B065-F57D-5C95AE0FCEC6}"/>
              </a:ext>
            </a:extLst>
          </p:cNvPr>
          <p:cNvSpPr txBox="1"/>
          <p:nvPr/>
        </p:nvSpPr>
        <p:spPr>
          <a:xfrm>
            <a:off x="2930381" y="4669869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251FAD0-8F5B-42BC-D573-D5857B3A88A0}"/>
              </a:ext>
            </a:extLst>
          </p:cNvPr>
          <p:cNvSpPr txBox="1"/>
          <p:nvPr/>
        </p:nvSpPr>
        <p:spPr>
          <a:xfrm>
            <a:off x="2930381" y="492757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8EA529-FBDB-AA44-BEAA-E26856BD3183}"/>
              </a:ext>
            </a:extLst>
          </p:cNvPr>
          <p:cNvSpPr txBox="1"/>
          <p:nvPr/>
        </p:nvSpPr>
        <p:spPr>
          <a:xfrm>
            <a:off x="4059733" y="4595345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D9D2654-AA94-E5BA-0A68-4C9E67D574A5}"/>
              </a:ext>
            </a:extLst>
          </p:cNvPr>
          <p:cNvSpPr txBox="1"/>
          <p:nvPr/>
        </p:nvSpPr>
        <p:spPr>
          <a:xfrm>
            <a:off x="4059733" y="4853201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D70AEB-EC2B-E8D0-50DB-9BE14B0657CA}"/>
              </a:ext>
            </a:extLst>
          </p:cNvPr>
          <p:cNvSpPr txBox="1"/>
          <p:nvPr/>
        </p:nvSpPr>
        <p:spPr>
          <a:xfrm>
            <a:off x="4554828" y="4070645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32DF5-43DB-D1EF-0C36-9FB0A86E51EB}"/>
              </a:ext>
            </a:extLst>
          </p:cNvPr>
          <p:cNvSpPr txBox="1"/>
          <p:nvPr/>
        </p:nvSpPr>
        <p:spPr>
          <a:xfrm>
            <a:off x="5184817" y="32846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4928B6-1EF6-E318-CD5A-7E5DDC9F62B5}"/>
              </a:ext>
            </a:extLst>
          </p:cNvPr>
          <p:cNvSpPr txBox="1"/>
          <p:nvPr/>
        </p:nvSpPr>
        <p:spPr>
          <a:xfrm>
            <a:off x="5563679" y="2123101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611C20-D28A-2B25-3937-0F73337FF1D9}"/>
              </a:ext>
            </a:extLst>
          </p:cNvPr>
          <p:cNvSpPr txBox="1"/>
          <p:nvPr/>
        </p:nvSpPr>
        <p:spPr>
          <a:xfrm>
            <a:off x="6168948" y="212295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89EEE00-2EA9-768C-AFDC-9407063E9D9D}"/>
              </a:ext>
            </a:extLst>
          </p:cNvPr>
          <p:cNvSpPr txBox="1"/>
          <p:nvPr/>
        </p:nvSpPr>
        <p:spPr>
          <a:xfrm>
            <a:off x="5621387" y="184059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10E1293-FA86-F4D3-77CA-23495024EAD4}"/>
              </a:ext>
            </a:extLst>
          </p:cNvPr>
          <p:cNvSpPr txBox="1"/>
          <p:nvPr/>
        </p:nvSpPr>
        <p:spPr>
          <a:xfrm>
            <a:off x="6198936" y="1840594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25E47E-4515-A3DA-4A58-C97EA1A4BF47}"/>
              </a:ext>
            </a:extLst>
          </p:cNvPr>
          <p:cNvSpPr txBox="1"/>
          <p:nvPr/>
        </p:nvSpPr>
        <p:spPr>
          <a:xfrm>
            <a:off x="6528030" y="184059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110ABAA-0F5E-30AA-3255-C95DB944F4C5}"/>
              </a:ext>
            </a:extLst>
          </p:cNvPr>
          <p:cNvSpPr txBox="1"/>
          <p:nvPr/>
        </p:nvSpPr>
        <p:spPr>
          <a:xfrm>
            <a:off x="6998580" y="184059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D2D7F2-BB6E-5358-65E6-70565597E3BC}"/>
              </a:ext>
            </a:extLst>
          </p:cNvPr>
          <p:cNvSpPr txBox="1"/>
          <p:nvPr/>
        </p:nvSpPr>
        <p:spPr>
          <a:xfrm>
            <a:off x="7485961" y="184059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6B2CD61-06C4-0F16-C1EB-70A690CD2A59}"/>
              </a:ext>
            </a:extLst>
          </p:cNvPr>
          <p:cNvSpPr txBox="1"/>
          <p:nvPr/>
        </p:nvSpPr>
        <p:spPr>
          <a:xfrm>
            <a:off x="7866151" y="184059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0865706-5A1E-3923-659D-0F3522CFE883}"/>
              </a:ext>
            </a:extLst>
          </p:cNvPr>
          <p:cNvSpPr txBox="1"/>
          <p:nvPr/>
        </p:nvSpPr>
        <p:spPr>
          <a:xfrm>
            <a:off x="8203061" y="184059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3654C60-8E8F-F381-F608-12A645117372}"/>
              </a:ext>
            </a:extLst>
          </p:cNvPr>
          <p:cNvSpPr txBox="1"/>
          <p:nvPr/>
        </p:nvSpPr>
        <p:spPr>
          <a:xfrm>
            <a:off x="9100879" y="184059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461FB8F-161F-ACAB-4FC8-6D481057BB4F}"/>
              </a:ext>
            </a:extLst>
          </p:cNvPr>
          <p:cNvSpPr txBox="1"/>
          <p:nvPr/>
        </p:nvSpPr>
        <p:spPr>
          <a:xfrm>
            <a:off x="7170458" y="213386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C24308-8E33-3F4B-567F-7A747C8BDDE2}"/>
              </a:ext>
            </a:extLst>
          </p:cNvPr>
          <p:cNvSpPr txBox="1"/>
          <p:nvPr/>
        </p:nvSpPr>
        <p:spPr>
          <a:xfrm>
            <a:off x="6774251" y="390800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30B3C7D-72AF-A331-8773-25295D25E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73" y="6068105"/>
            <a:ext cx="1324160" cy="47631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E49EDFA4-51B4-B1DF-EE96-853459594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983" y="6068105"/>
            <a:ext cx="1019317" cy="47631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65490B19-DA82-DE59-B492-6F010A441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406" y="6068105"/>
            <a:ext cx="1286054" cy="26673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A9E71B41-B68B-E115-816B-FE1E87EBE9E1}"/>
              </a:ext>
            </a:extLst>
          </p:cNvPr>
          <p:cNvSpPr txBox="1"/>
          <p:nvPr/>
        </p:nvSpPr>
        <p:spPr>
          <a:xfrm>
            <a:off x="5119902" y="4122647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426BB4C-B25B-F67C-5389-498FE2F2B363}"/>
              </a:ext>
            </a:extLst>
          </p:cNvPr>
          <p:cNvSpPr txBox="1"/>
          <p:nvPr/>
        </p:nvSpPr>
        <p:spPr>
          <a:xfrm>
            <a:off x="5657199" y="4197834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2d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1D70006-58C3-5134-76A0-F683BAC31794}"/>
              </a:ext>
            </a:extLst>
          </p:cNvPr>
          <p:cNvSpPr txBox="1"/>
          <p:nvPr/>
        </p:nvSpPr>
        <p:spPr>
          <a:xfrm>
            <a:off x="3345521" y="2717089"/>
            <a:ext cx="1747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27DA8B-40C1-FD83-F9F1-5B60DF75E9B9}"/>
              </a:ext>
            </a:extLst>
          </p:cNvPr>
          <p:cNvSpPr txBox="1"/>
          <p:nvPr/>
        </p:nvSpPr>
        <p:spPr>
          <a:xfrm>
            <a:off x="7745927" y="2285051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2c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E4E4BB7-D5B4-C4D2-E3A1-598A997876ED}"/>
              </a:ext>
            </a:extLst>
          </p:cNvPr>
          <p:cNvSpPr txBox="1"/>
          <p:nvPr/>
        </p:nvSpPr>
        <p:spPr>
          <a:xfrm>
            <a:off x="3035232" y="5258734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5DEF107-6E76-9BBD-2893-A168BB071160}"/>
              </a:ext>
            </a:extLst>
          </p:cNvPr>
          <p:cNvSpPr txBox="1"/>
          <p:nvPr/>
        </p:nvSpPr>
        <p:spPr>
          <a:xfrm>
            <a:off x="2917465" y="1697103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6EA94F5-2DB8-7CAD-AD46-81B2C2026094}"/>
              </a:ext>
            </a:extLst>
          </p:cNvPr>
          <p:cNvSpPr txBox="1"/>
          <p:nvPr/>
        </p:nvSpPr>
        <p:spPr>
          <a:xfrm>
            <a:off x="3029554" y="1697103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E1E2098-B29D-14EA-61F8-4577EFDAA6E5}"/>
              </a:ext>
            </a:extLst>
          </p:cNvPr>
          <p:cNvSpPr txBox="1"/>
          <p:nvPr/>
        </p:nvSpPr>
        <p:spPr>
          <a:xfrm>
            <a:off x="3136833" y="1697103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3DFC5C-FC05-72FB-BC2D-9F916CFB340C}"/>
              </a:ext>
            </a:extLst>
          </p:cNvPr>
          <p:cNvSpPr txBox="1"/>
          <p:nvPr/>
        </p:nvSpPr>
        <p:spPr>
          <a:xfrm>
            <a:off x="3234495" y="1697103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C626F10-A20F-F2B9-5BBD-1463FF25D9B5}"/>
              </a:ext>
            </a:extLst>
          </p:cNvPr>
          <p:cNvSpPr txBox="1"/>
          <p:nvPr/>
        </p:nvSpPr>
        <p:spPr>
          <a:xfrm>
            <a:off x="3329751" y="1697103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26118FC-63DC-7143-A84C-C6BE782111F4}"/>
              </a:ext>
            </a:extLst>
          </p:cNvPr>
          <p:cNvSpPr txBox="1"/>
          <p:nvPr/>
        </p:nvSpPr>
        <p:spPr>
          <a:xfrm>
            <a:off x="5455600" y="5564817"/>
            <a:ext cx="128079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u="sng" dirty="0"/>
              <a:t>Context Menus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37BEDDD-8A81-267C-317D-14F9E16AECC0}"/>
              </a:ext>
            </a:extLst>
          </p:cNvPr>
          <p:cNvSpPr txBox="1"/>
          <p:nvPr/>
        </p:nvSpPr>
        <p:spPr>
          <a:xfrm>
            <a:off x="4248228" y="5753692"/>
            <a:ext cx="4408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1, 2d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6ADDC92-B514-E190-8B52-28B87F0BCF8F}"/>
              </a:ext>
            </a:extLst>
          </p:cNvPr>
          <p:cNvSpPr txBox="1"/>
          <p:nvPr/>
        </p:nvSpPr>
        <p:spPr>
          <a:xfrm>
            <a:off x="5987701" y="5753692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2c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8C9E6DB-9AC3-4F85-004E-0381D4E02F79}"/>
              </a:ext>
            </a:extLst>
          </p:cNvPr>
          <p:cNvSpPr txBox="1"/>
          <p:nvPr/>
        </p:nvSpPr>
        <p:spPr>
          <a:xfrm>
            <a:off x="7880579" y="5753692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endParaRPr 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22683E-CBC4-0AED-F454-6A8E4EEFEDE0}"/>
              </a:ext>
            </a:extLst>
          </p:cNvPr>
          <p:cNvSpPr txBox="1"/>
          <p:nvPr/>
        </p:nvSpPr>
        <p:spPr>
          <a:xfrm>
            <a:off x="4164189" y="613433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1D0F7B5-1BB4-1D54-1269-196CA59B4F86}"/>
              </a:ext>
            </a:extLst>
          </p:cNvPr>
          <p:cNvSpPr txBox="1"/>
          <p:nvPr/>
        </p:nvSpPr>
        <p:spPr>
          <a:xfrm>
            <a:off x="4159379" y="635085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217DD36-FBB8-FDCA-DE7D-F8FB07D4F13E}"/>
              </a:ext>
            </a:extLst>
          </p:cNvPr>
          <p:cNvSpPr txBox="1"/>
          <p:nvPr/>
        </p:nvSpPr>
        <p:spPr>
          <a:xfrm>
            <a:off x="5674375" y="613433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347DE4-49D4-7274-6C4D-B0EA79D2C4E7}"/>
              </a:ext>
            </a:extLst>
          </p:cNvPr>
          <p:cNvSpPr txBox="1"/>
          <p:nvPr/>
        </p:nvSpPr>
        <p:spPr>
          <a:xfrm>
            <a:off x="5669565" y="635085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76A15BF-0BA1-EEDE-7DEB-09BD5B92D78D}"/>
              </a:ext>
            </a:extLst>
          </p:cNvPr>
          <p:cNvSpPr txBox="1"/>
          <p:nvPr/>
        </p:nvSpPr>
        <p:spPr>
          <a:xfrm>
            <a:off x="7471535" y="613433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09141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B1688-4851-719A-F333-10DFB3316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B56160B9-B27E-81EB-CB70-FB363D5B9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789" y="1332856"/>
            <a:ext cx="6402663" cy="40566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0DD9018-9CA6-8B93-BE64-2309C79DBC43}"/>
              </a:ext>
            </a:extLst>
          </p:cNvPr>
          <p:cNvSpPr txBox="1"/>
          <p:nvPr/>
        </p:nvSpPr>
        <p:spPr>
          <a:xfrm>
            <a:off x="-265202" y="16442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D8B597-2AE3-C389-BFF0-7E87AD9C7321}"/>
              </a:ext>
            </a:extLst>
          </p:cNvPr>
          <p:cNvSpPr txBox="1"/>
          <p:nvPr/>
        </p:nvSpPr>
        <p:spPr>
          <a:xfrm>
            <a:off x="-270012" y="178700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09229-E439-0F17-A3F8-805B36AB7011}"/>
              </a:ext>
            </a:extLst>
          </p:cNvPr>
          <p:cNvSpPr txBox="1"/>
          <p:nvPr/>
        </p:nvSpPr>
        <p:spPr>
          <a:xfrm>
            <a:off x="-265202" y="1929733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782A98-33AA-FCE2-6F08-34BE072C6397}"/>
              </a:ext>
            </a:extLst>
          </p:cNvPr>
          <p:cNvSpPr txBox="1"/>
          <p:nvPr/>
        </p:nvSpPr>
        <p:spPr>
          <a:xfrm>
            <a:off x="-270012" y="2072460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9BC4E-DB84-4A67-F4A9-4BF7D01CD6E1}"/>
              </a:ext>
            </a:extLst>
          </p:cNvPr>
          <p:cNvSpPr txBox="1"/>
          <p:nvPr/>
        </p:nvSpPr>
        <p:spPr>
          <a:xfrm>
            <a:off x="-265202" y="221518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18642F-DA89-1F4A-D7CA-C7DE1697A2E1}"/>
              </a:ext>
            </a:extLst>
          </p:cNvPr>
          <p:cNvSpPr txBox="1"/>
          <p:nvPr/>
        </p:nvSpPr>
        <p:spPr>
          <a:xfrm>
            <a:off x="-241157" y="2357915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207189-1FAC-6005-77FA-F2710C7DD31B}"/>
              </a:ext>
            </a:extLst>
          </p:cNvPr>
          <p:cNvSpPr txBox="1"/>
          <p:nvPr/>
        </p:nvSpPr>
        <p:spPr>
          <a:xfrm>
            <a:off x="-270012" y="250064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28D16A-2F74-B509-195C-907024DE1BDF}"/>
              </a:ext>
            </a:extLst>
          </p:cNvPr>
          <p:cNvSpPr txBox="1"/>
          <p:nvPr/>
        </p:nvSpPr>
        <p:spPr>
          <a:xfrm>
            <a:off x="-270012" y="264337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1713CE-B321-01D2-C945-1683422602C0}"/>
              </a:ext>
            </a:extLst>
          </p:cNvPr>
          <p:cNvSpPr txBox="1"/>
          <p:nvPr/>
        </p:nvSpPr>
        <p:spPr>
          <a:xfrm>
            <a:off x="-236348" y="2786097"/>
            <a:ext cx="28854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05024C-3AA0-3228-AD2B-546EE1C7DCC4}"/>
              </a:ext>
            </a:extLst>
          </p:cNvPr>
          <p:cNvSpPr txBox="1"/>
          <p:nvPr/>
        </p:nvSpPr>
        <p:spPr>
          <a:xfrm>
            <a:off x="-250775" y="2928679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DD6662-F949-7EC5-F048-36664B3A4989}"/>
              </a:ext>
            </a:extLst>
          </p:cNvPr>
          <p:cNvSpPr txBox="1"/>
          <p:nvPr/>
        </p:nvSpPr>
        <p:spPr>
          <a:xfrm>
            <a:off x="-267607" y="307140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815A55-300A-8AF4-80C8-1CB8E0D78178}"/>
              </a:ext>
            </a:extLst>
          </p:cNvPr>
          <p:cNvSpPr txBox="1"/>
          <p:nvPr/>
        </p:nvSpPr>
        <p:spPr>
          <a:xfrm>
            <a:off x="-250775" y="3214133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04DD1E-E8E1-3247-A79B-CFE39E989572}"/>
              </a:ext>
            </a:extLst>
          </p:cNvPr>
          <p:cNvSpPr txBox="1"/>
          <p:nvPr/>
        </p:nvSpPr>
        <p:spPr>
          <a:xfrm>
            <a:off x="-284439" y="3356859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E479D8-9A31-3543-C371-8101FB635427}"/>
              </a:ext>
            </a:extLst>
          </p:cNvPr>
          <p:cNvSpPr txBox="1"/>
          <p:nvPr/>
        </p:nvSpPr>
        <p:spPr>
          <a:xfrm>
            <a:off x="-267607" y="34995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206010-8C11-5EA5-E9E8-56ED59D0AEC3}"/>
              </a:ext>
            </a:extLst>
          </p:cNvPr>
          <p:cNvSpPr txBox="1"/>
          <p:nvPr/>
        </p:nvSpPr>
        <p:spPr>
          <a:xfrm>
            <a:off x="-255584" y="36423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71445C-84CC-454B-580B-2141E6AB827F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2549C1-0439-CD0D-C1B0-49589118902C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2BE472-3884-9E28-2F8F-BCE99C7A16EB}"/>
              </a:ext>
            </a:extLst>
          </p:cNvPr>
          <p:cNvSpPr txBox="1"/>
          <p:nvPr/>
        </p:nvSpPr>
        <p:spPr>
          <a:xfrm>
            <a:off x="-241959" y="40704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3AE3FC-79C2-70F5-BB20-715E34FF16E0}"/>
              </a:ext>
            </a:extLst>
          </p:cNvPr>
          <p:cNvSpPr txBox="1"/>
          <p:nvPr/>
        </p:nvSpPr>
        <p:spPr>
          <a:xfrm>
            <a:off x="-250775" y="4213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88F3D-2A59-DF36-8BBD-9CA2193028CF}"/>
              </a:ext>
            </a:extLst>
          </p:cNvPr>
          <p:cNvSpPr txBox="1"/>
          <p:nvPr/>
        </p:nvSpPr>
        <p:spPr>
          <a:xfrm>
            <a:off x="-238753" y="43559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C31D45-62C5-D408-FD89-4452FCFB569B}"/>
              </a:ext>
            </a:extLst>
          </p:cNvPr>
          <p:cNvSpPr/>
          <p:nvPr/>
        </p:nvSpPr>
        <p:spPr>
          <a:xfrm>
            <a:off x="2895600" y="2052548"/>
            <a:ext cx="2334356" cy="310834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884A88C-B721-06B1-7882-ABAA09E1259D}"/>
              </a:ext>
            </a:extLst>
          </p:cNvPr>
          <p:cNvSpPr txBox="1"/>
          <p:nvPr/>
        </p:nvSpPr>
        <p:spPr>
          <a:xfrm>
            <a:off x="12278360" y="2496574"/>
            <a:ext cx="274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C2E842-D3A9-03A8-6163-98ED9ECA1129}"/>
              </a:ext>
            </a:extLst>
          </p:cNvPr>
          <p:cNvSpPr txBox="1"/>
          <p:nvPr/>
        </p:nvSpPr>
        <p:spPr>
          <a:xfrm>
            <a:off x="3085621" y="2092372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795552-6E88-D55E-6E9E-8EAE7F96DAB5}"/>
              </a:ext>
            </a:extLst>
          </p:cNvPr>
          <p:cNvSpPr txBox="1"/>
          <p:nvPr/>
        </p:nvSpPr>
        <p:spPr>
          <a:xfrm>
            <a:off x="3738422" y="209237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95F0598-E1E6-19E0-4723-07EE94E7AB8A}"/>
              </a:ext>
            </a:extLst>
          </p:cNvPr>
          <p:cNvSpPr txBox="1"/>
          <p:nvPr/>
        </p:nvSpPr>
        <p:spPr>
          <a:xfrm>
            <a:off x="4367179" y="2055219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283BBC1-1A01-E3D6-0AD3-A2F836037E92}"/>
              </a:ext>
            </a:extLst>
          </p:cNvPr>
          <p:cNvSpPr txBox="1"/>
          <p:nvPr/>
        </p:nvSpPr>
        <p:spPr>
          <a:xfrm>
            <a:off x="3088827" y="2643151"/>
            <a:ext cx="109004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b="1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F4408B1-67C3-0E8E-7A9F-916859086E35}"/>
              </a:ext>
            </a:extLst>
          </p:cNvPr>
          <p:cNvSpPr txBox="1"/>
          <p:nvPr/>
        </p:nvSpPr>
        <p:spPr>
          <a:xfrm>
            <a:off x="2945753" y="4106249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12AC9AB-4849-E0CD-2131-234D85132C31}"/>
              </a:ext>
            </a:extLst>
          </p:cNvPr>
          <p:cNvSpPr txBox="1"/>
          <p:nvPr/>
        </p:nvSpPr>
        <p:spPr>
          <a:xfrm>
            <a:off x="2955370" y="4364105"/>
            <a:ext cx="3366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1C83818-57D0-6A88-1686-46C5A3D91850}"/>
              </a:ext>
            </a:extLst>
          </p:cNvPr>
          <p:cNvSpPr/>
          <p:nvPr/>
        </p:nvSpPr>
        <p:spPr>
          <a:xfrm>
            <a:off x="5252720" y="1820214"/>
            <a:ext cx="3977640" cy="332074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78A897-C874-ECBD-8211-14ED9F0661E4}"/>
              </a:ext>
            </a:extLst>
          </p:cNvPr>
          <p:cNvSpPr txBox="1"/>
          <p:nvPr/>
        </p:nvSpPr>
        <p:spPr>
          <a:xfrm>
            <a:off x="2940943" y="4621813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0BDD15C-55BD-D24A-4A5F-4BD1C531422D}"/>
              </a:ext>
            </a:extLst>
          </p:cNvPr>
          <p:cNvSpPr txBox="1"/>
          <p:nvPr/>
        </p:nvSpPr>
        <p:spPr>
          <a:xfrm>
            <a:off x="2940943" y="4879522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7EEB4F-9158-27EE-A9DD-C506FA1F67BC}"/>
              </a:ext>
            </a:extLst>
          </p:cNvPr>
          <p:cNvSpPr txBox="1"/>
          <p:nvPr/>
        </p:nvSpPr>
        <p:spPr>
          <a:xfrm>
            <a:off x="4059733" y="4595345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A709D60-4DFC-EBD3-3C22-33E79BC2CDCC}"/>
              </a:ext>
            </a:extLst>
          </p:cNvPr>
          <p:cNvSpPr txBox="1"/>
          <p:nvPr/>
        </p:nvSpPr>
        <p:spPr>
          <a:xfrm>
            <a:off x="4059733" y="4853201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4D92E2-C64B-EC88-1C71-3A3BD3BD9E07}"/>
              </a:ext>
            </a:extLst>
          </p:cNvPr>
          <p:cNvSpPr txBox="1"/>
          <p:nvPr/>
        </p:nvSpPr>
        <p:spPr>
          <a:xfrm>
            <a:off x="4514289" y="36726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9FEC0C3-071B-F713-37B3-7292553DECA3}"/>
              </a:ext>
            </a:extLst>
          </p:cNvPr>
          <p:cNvSpPr txBox="1"/>
          <p:nvPr/>
        </p:nvSpPr>
        <p:spPr>
          <a:xfrm>
            <a:off x="5184817" y="3284629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ED7AC2E-3B6F-2456-6AAE-A867F74669F2}"/>
              </a:ext>
            </a:extLst>
          </p:cNvPr>
          <p:cNvSpPr txBox="1"/>
          <p:nvPr/>
        </p:nvSpPr>
        <p:spPr>
          <a:xfrm>
            <a:off x="5563679" y="2123101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A5AA3B0-CB7D-DBAF-A777-1A47D3B1589D}"/>
              </a:ext>
            </a:extLst>
          </p:cNvPr>
          <p:cNvSpPr txBox="1"/>
          <p:nvPr/>
        </p:nvSpPr>
        <p:spPr>
          <a:xfrm>
            <a:off x="6168948" y="212295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F3E35F1-A20E-9523-8CC6-3815191F74AF}"/>
              </a:ext>
            </a:extLst>
          </p:cNvPr>
          <p:cNvSpPr txBox="1"/>
          <p:nvPr/>
        </p:nvSpPr>
        <p:spPr>
          <a:xfrm>
            <a:off x="5621387" y="184059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F49CCB-8E15-C651-4147-20DED3AD1F91}"/>
              </a:ext>
            </a:extLst>
          </p:cNvPr>
          <p:cNvSpPr txBox="1"/>
          <p:nvPr/>
        </p:nvSpPr>
        <p:spPr>
          <a:xfrm>
            <a:off x="6198936" y="1840594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8800BC-924A-75F2-0997-1408363AADD1}"/>
              </a:ext>
            </a:extLst>
          </p:cNvPr>
          <p:cNvSpPr txBox="1"/>
          <p:nvPr/>
        </p:nvSpPr>
        <p:spPr>
          <a:xfrm>
            <a:off x="6528030" y="184059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D95E00-5D80-1168-D774-D623EDD924A2}"/>
              </a:ext>
            </a:extLst>
          </p:cNvPr>
          <p:cNvSpPr txBox="1"/>
          <p:nvPr/>
        </p:nvSpPr>
        <p:spPr>
          <a:xfrm>
            <a:off x="6998580" y="184059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11D9723-66C2-FF29-E2F7-24F48C5F4FA7}"/>
              </a:ext>
            </a:extLst>
          </p:cNvPr>
          <p:cNvSpPr txBox="1"/>
          <p:nvPr/>
        </p:nvSpPr>
        <p:spPr>
          <a:xfrm>
            <a:off x="7485961" y="184059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26054D-AA33-790E-B49E-66FC35A107E8}"/>
              </a:ext>
            </a:extLst>
          </p:cNvPr>
          <p:cNvSpPr txBox="1"/>
          <p:nvPr/>
        </p:nvSpPr>
        <p:spPr>
          <a:xfrm>
            <a:off x="7866151" y="184059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6359C5E-A8EB-F867-B7C8-29C8328044F8}"/>
              </a:ext>
            </a:extLst>
          </p:cNvPr>
          <p:cNvSpPr txBox="1"/>
          <p:nvPr/>
        </p:nvSpPr>
        <p:spPr>
          <a:xfrm>
            <a:off x="8203061" y="184059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C3BD5C-3B64-F5BA-E544-4ED3504A44E2}"/>
              </a:ext>
            </a:extLst>
          </p:cNvPr>
          <p:cNvSpPr txBox="1"/>
          <p:nvPr/>
        </p:nvSpPr>
        <p:spPr>
          <a:xfrm>
            <a:off x="9100879" y="184059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DA5FA54-322B-AEDA-CCD7-2BAE86A86127}"/>
              </a:ext>
            </a:extLst>
          </p:cNvPr>
          <p:cNvSpPr txBox="1"/>
          <p:nvPr/>
        </p:nvSpPr>
        <p:spPr>
          <a:xfrm>
            <a:off x="7170458" y="2133868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281741-1432-7640-3EF7-B84EEE175C83}"/>
              </a:ext>
            </a:extLst>
          </p:cNvPr>
          <p:cNvSpPr txBox="1"/>
          <p:nvPr/>
        </p:nvSpPr>
        <p:spPr>
          <a:xfrm>
            <a:off x="6774251" y="3908005"/>
            <a:ext cx="3417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d</a:t>
            </a: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DD4B1229-C3CB-907C-9D44-AA0A8426C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0273" y="6068105"/>
            <a:ext cx="1324160" cy="476316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C7C1EE39-FE22-DAE1-53DF-29765C5B0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8983" y="6068105"/>
            <a:ext cx="1019317" cy="476316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15ECC02A-6942-24E3-6B97-F04C9C7D6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6406" y="6068105"/>
            <a:ext cx="1286054" cy="266737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5DEBCA12-49DA-ADB0-06F5-5F300CFDD1EF}"/>
              </a:ext>
            </a:extLst>
          </p:cNvPr>
          <p:cNvSpPr txBox="1"/>
          <p:nvPr/>
        </p:nvSpPr>
        <p:spPr>
          <a:xfrm>
            <a:off x="5059841" y="3785189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FE5F7FA-D998-D918-04D2-46B3D80B3894}"/>
              </a:ext>
            </a:extLst>
          </p:cNvPr>
          <p:cNvSpPr txBox="1"/>
          <p:nvPr/>
        </p:nvSpPr>
        <p:spPr>
          <a:xfrm>
            <a:off x="5657199" y="4197834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2d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242CE17-675D-289F-102D-FFDE0F428011}"/>
              </a:ext>
            </a:extLst>
          </p:cNvPr>
          <p:cNvSpPr txBox="1"/>
          <p:nvPr/>
        </p:nvSpPr>
        <p:spPr>
          <a:xfrm>
            <a:off x="3345521" y="2717089"/>
            <a:ext cx="1747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ln>
                  <a:solidFill>
                    <a:schemeClr val="bg1"/>
                  </a:solidFill>
                </a:ln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CCD09F-FD8B-7F67-2E91-AABAACC43BEB}"/>
              </a:ext>
            </a:extLst>
          </p:cNvPr>
          <p:cNvSpPr txBox="1"/>
          <p:nvPr/>
        </p:nvSpPr>
        <p:spPr>
          <a:xfrm>
            <a:off x="7745927" y="2285051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2c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2A199C0-5B6F-1646-E783-B321DFB83DEA}"/>
              </a:ext>
            </a:extLst>
          </p:cNvPr>
          <p:cNvSpPr txBox="1"/>
          <p:nvPr/>
        </p:nvSpPr>
        <p:spPr>
          <a:xfrm>
            <a:off x="3035232" y="5258734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61918D5-8DCA-5C95-2696-882FA531BA39}"/>
              </a:ext>
            </a:extLst>
          </p:cNvPr>
          <p:cNvSpPr txBox="1"/>
          <p:nvPr/>
        </p:nvSpPr>
        <p:spPr>
          <a:xfrm>
            <a:off x="2917465" y="1715031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2F2A0C8-DE4F-FCEF-EBB1-73ED4F779A34}"/>
              </a:ext>
            </a:extLst>
          </p:cNvPr>
          <p:cNvSpPr txBox="1"/>
          <p:nvPr/>
        </p:nvSpPr>
        <p:spPr>
          <a:xfrm>
            <a:off x="3053582" y="1715031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5B99D3-21CE-97BF-007F-86A0A0675C1E}"/>
              </a:ext>
            </a:extLst>
          </p:cNvPr>
          <p:cNvSpPr txBox="1"/>
          <p:nvPr/>
        </p:nvSpPr>
        <p:spPr>
          <a:xfrm>
            <a:off x="3184889" y="1715031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A85F78A-CE0A-82C2-1706-3EFC21806E1F}"/>
              </a:ext>
            </a:extLst>
          </p:cNvPr>
          <p:cNvSpPr txBox="1"/>
          <p:nvPr/>
        </p:nvSpPr>
        <p:spPr>
          <a:xfrm>
            <a:off x="3321006" y="1715031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A7C7AF6-CCE9-26AF-38D7-D3FC253DCB4E}"/>
              </a:ext>
            </a:extLst>
          </p:cNvPr>
          <p:cNvSpPr txBox="1"/>
          <p:nvPr/>
        </p:nvSpPr>
        <p:spPr>
          <a:xfrm>
            <a:off x="3452313" y="1715031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A55496D-3172-1DDE-056B-655117426BFE}"/>
              </a:ext>
            </a:extLst>
          </p:cNvPr>
          <p:cNvSpPr txBox="1"/>
          <p:nvPr/>
        </p:nvSpPr>
        <p:spPr>
          <a:xfrm>
            <a:off x="5455600" y="5564817"/>
            <a:ext cx="128079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sz="1400" b="1" u="sng" dirty="0"/>
              <a:t>Context Menus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3A41701-0CF5-2B1A-987A-D8FE4470A0DD}"/>
              </a:ext>
            </a:extLst>
          </p:cNvPr>
          <p:cNvSpPr txBox="1"/>
          <p:nvPr/>
        </p:nvSpPr>
        <p:spPr>
          <a:xfrm>
            <a:off x="4248228" y="5753692"/>
            <a:ext cx="440826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1, 2d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87C4229-F508-E747-9C5A-3C365066D9C4}"/>
              </a:ext>
            </a:extLst>
          </p:cNvPr>
          <p:cNvSpPr txBox="1"/>
          <p:nvPr/>
        </p:nvSpPr>
        <p:spPr>
          <a:xfrm>
            <a:off x="5987701" y="5753692"/>
            <a:ext cx="26930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r>
              <a:rPr lang="en-US" b="1" baseline="-25000" dirty="0">
                <a:solidFill>
                  <a:srgbClr val="C00000"/>
                </a:solidFill>
              </a:rPr>
              <a:t>2c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5E19A47-C01D-984A-9325-57567665DC70}"/>
              </a:ext>
            </a:extLst>
          </p:cNvPr>
          <p:cNvSpPr txBox="1"/>
          <p:nvPr/>
        </p:nvSpPr>
        <p:spPr>
          <a:xfrm>
            <a:off x="7880579" y="5753692"/>
            <a:ext cx="8976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*</a:t>
            </a:r>
            <a:endParaRPr lang="en-US" b="1" baseline="-25000" dirty="0">
              <a:solidFill>
                <a:srgbClr val="C00000"/>
              </a:solidFill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9C62F9B-16EB-D539-553B-020E887FE6AA}"/>
              </a:ext>
            </a:extLst>
          </p:cNvPr>
          <p:cNvSpPr txBox="1"/>
          <p:nvPr/>
        </p:nvSpPr>
        <p:spPr>
          <a:xfrm>
            <a:off x="4164189" y="613433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8A7A905-2226-15A6-9E2F-BC4B7C4E23D0}"/>
              </a:ext>
            </a:extLst>
          </p:cNvPr>
          <p:cNvSpPr txBox="1"/>
          <p:nvPr/>
        </p:nvSpPr>
        <p:spPr>
          <a:xfrm>
            <a:off x="4159379" y="635085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B537F92-B7FF-66BC-927C-CBC8E351C660}"/>
              </a:ext>
            </a:extLst>
          </p:cNvPr>
          <p:cNvSpPr txBox="1"/>
          <p:nvPr/>
        </p:nvSpPr>
        <p:spPr>
          <a:xfrm>
            <a:off x="5674375" y="613433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A820DF-2CF6-957B-7C0B-5778CA26F965}"/>
              </a:ext>
            </a:extLst>
          </p:cNvPr>
          <p:cNvSpPr txBox="1"/>
          <p:nvPr/>
        </p:nvSpPr>
        <p:spPr>
          <a:xfrm>
            <a:off x="5669565" y="635085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D359131-4455-546A-B37A-EA79D716F8A4}"/>
              </a:ext>
            </a:extLst>
          </p:cNvPr>
          <p:cNvSpPr txBox="1"/>
          <p:nvPr/>
        </p:nvSpPr>
        <p:spPr>
          <a:xfrm>
            <a:off x="7471535" y="613433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1A6183A-4B59-888B-9503-98AA0DA3E621}"/>
              </a:ext>
            </a:extLst>
          </p:cNvPr>
          <p:cNvSpPr txBox="1"/>
          <p:nvPr/>
        </p:nvSpPr>
        <p:spPr>
          <a:xfrm>
            <a:off x="4479880" y="4214378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094248E-E2A3-BD82-0D61-7F24EDC3AC7E}"/>
              </a:ext>
            </a:extLst>
          </p:cNvPr>
          <p:cNvSpPr txBox="1"/>
          <p:nvPr/>
        </p:nvSpPr>
        <p:spPr>
          <a:xfrm>
            <a:off x="4491901" y="447223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203D40C-D9F0-4214-65C5-98915098F022}"/>
              </a:ext>
            </a:extLst>
          </p:cNvPr>
          <p:cNvSpPr txBox="1"/>
          <p:nvPr/>
        </p:nvSpPr>
        <p:spPr>
          <a:xfrm>
            <a:off x="4960548" y="4190065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7B9C24-279F-C02D-662F-68F94393B6F5}"/>
              </a:ext>
            </a:extLst>
          </p:cNvPr>
          <p:cNvSpPr txBox="1"/>
          <p:nvPr/>
        </p:nvSpPr>
        <p:spPr>
          <a:xfrm>
            <a:off x="4972570" y="4447921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6DD9248-6EB0-895F-BC5E-C2234A36EB48}"/>
              </a:ext>
            </a:extLst>
          </p:cNvPr>
          <p:cNvSpPr txBox="1"/>
          <p:nvPr/>
        </p:nvSpPr>
        <p:spPr>
          <a:xfrm>
            <a:off x="3559578" y="1715031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AEE656-0FFA-E78F-A683-D3FAFC66E434}"/>
              </a:ext>
            </a:extLst>
          </p:cNvPr>
          <p:cNvSpPr txBox="1"/>
          <p:nvPr/>
        </p:nvSpPr>
        <p:spPr>
          <a:xfrm>
            <a:off x="4982812" y="5372654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6101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BF41C10-D1EF-62A0-2EB0-9463F06763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4649" y="1479856"/>
            <a:ext cx="6400800" cy="389944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779D856-D5D4-E2DF-B3FA-C93D7FB9391B}"/>
              </a:ext>
            </a:extLst>
          </p:cNvPr>
          <p:cNvSpPr/>
          <p:nvPr/>
        </p:nvSpPr>
        <p:spPr>
          <a:xfrm>
            <a:off x="4404360" y="4846320"/>
            <a:ext cx="4892040" cy="54060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83DFC-4051-1D77-A8D3-F4F3F55F6339}"/>
              </a:ext>
            </a:extLst>
          </p:cNvPr>
          <p:cNvSpPr txBox="1"/>
          <p:nvPr/>
        </p:nvSpPr>
        <p:spPr>
          <a:xfrm>
            <a:off x="-265202" y="16442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5315CB-F50D-6AD9-C9B5-99AC00FEB142}"/>
              </a:ext>
            </a:extLst>
          </p:cNvPr>
          <p:cNvSpPr txBox="1"/>
          <p:nvPr/>
        </p:nvSpPr>
        <p:spPr>
          <a:xfrm>
            <a:off x="-270012" y="178700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BF2C3B-9AE3-A23D-7818-01EDF4A6294E}"/>
              </a:ext>
            </a:extLst>
          </p:cNvPr>
          <p:cNvSpPr txBox="1"/>
          <p:nvPr/>
        </p:nvSpPr>
        <p:spPr>
          <a:xfrm>
            <a:off x="-265202" y="1929733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C95877-3BFB-436D-9635-7413526ACC00}"/>
              </a:ext>
            </a:extLst>
          </p:cNvPr>
          <p:cNvSpPr txBox="1"/>
          <p:nvPr/>
        </p:nvSpPr>
        <p:spPr>
          <a:xfrm>
            <a:off x="-270012" y="2072460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73F2DF-3038-F246-2F6F-63B8B8054C86}"/>
              </a:ext>
            </a:extLst>
          </p:cNvPr>
          <p:cNvSpPr txBox="1"/>
          <p:nvPr/>
        </p:nvSpPr>
        <p:spPr>
          <a:xfrm>
            <a:off x="-265202" y="221518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87D1C9-77D8-4BBD-ECC2-61BE1279547D}"/>
              </a:ext>
            </a:extLst>
          </p:cNvPr>
          <p:cNvSpPr txBox="1"/>
          <p:nvPr/>
        </p:nvSpPr>
        <p:spPr>
          <a:xfrm>
            <a:off x="-241157" y="2357915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A4822E-B5AB-3123-966C-8B22896F9E09}"/>
              </a:ext>
            </a:extLst>
          </p:cNvPr>
          <p:cNvSpPr txBox="1"/>
          <p:nvPr/>
        </p:nvSpPr>
        <p:spPr>
          <a:xfrm>
            <a:off x="-270012" y="250064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221690-F504-AAC0-9B79-334C0742C0CB}"/>
              </a:ext>
            </a:extLst>
          </p:cNvPr>
          <p:cNvSpPr txBox="1"/>
          <p:nvPr/>
        </p:nvSpPr>
        <p:spPr>
          <a:xfrm>
            <a:off x="-270012" y="264337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F1CB93-5598-29CE-4825-BA7C4A0350CD}"/>
              </a:ext>
            </a:extLst>
          </p:cNvPr>
          <p:cNvSpPr txBox="1"/>
          <p:nvPr/>
        </p:nvSpPr>
        <p:spPr>
          <a:xfrm>
            <a:off x="-236348" y="2786097"/>
            <a:ext cx="28854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98E8175-05ED-343B-DF7D-A0EFEADC3E1E}"/>
              </a:ext>
            </a:extLst>
          </p:cNvPr>
          <p:cNvSpPr txBox="1"/>
          <p:nvPr/>
        </p:nvSpPr>
        <p:spPr>
          <a:xfrm>
            <a:off x="4459761" y="4962154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B049C87-D22D-25FB-E99A-3EF950C00EC1}"/>
              </a:ext>
            </a:extLst>
          </p:cNvPr>
          <p:cNvSpPr txBox="1"/>
          <p:nvPr/>
        </p:nvSpPr>
        <p:spPr>
          <a:xfrm>
            <a:off x="4442929" y="5104879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D5985E-F376-B1AE-24BA-1BF5EE72A9D6}"/>
              </a:ext>
            </a:extLst>
          </p:cNvPr>
          <p:cNvSpPr txBox="1"/>
          <p:nvPr/>
        </p:nvSpPr>
        <p:spPr>
          <a:xfrm>
            <a:off x="4459761" y="5247608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4E43C0-56B6-CA4D-C8E5-728342DDF2E3}"/>
              </a:ext>
            </a:extLst>
          </p:cNvPr>
          <p:cNvSpPr txBox="1"/>
          <p:nvPr/>
        </p:nvSpPr>
        <p:spPr>
          <a:xfrm>
            <a:off x="-284439" y="3356859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BCDDDBD-588E-9510-1E47-F5BF26314DF2}"/>
              </a:ext>
            </a:extLst>
          </p:cNvPr>
          <p:cNvSpPr txBox="1"/>
          <p:nvPr/>
        </p:nvSpPr>
        <p:spPr>
          <a:xfrm>
            <a:off x="-267607" y="34995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37E257E-5240-481C-B817-DE189F16B8DB}"/>
              </a:ext>
            </a:extLst>
          </p:cNvPr>
          <p:cNvSpPr txBox="1"/>
          <p:nvPr/>
        </p:nvSpPr>
        <p:spPr>
          <a:xfrm>
            <a:off x="-255584" y="36423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4F27EBA-4A96-FD3E-BF7B-87F5EE26583D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48C471-7DBC-F21B-76B4-1E5B39F781B7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44FDD01-A700-6F47-B337-FA6811297BB2}"/>
              </a:ext>
            </a:extLst>
          </p:cNvPr>
          <p:cNvSpPr txBox="1"/>
          <p:nvPr/>
        </p:nvSpPr>
        <p:spPr>
          <a:xfrm>
            <a:off x="-241959" y="40704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553098-E23D-1EF1-3D24-05AF609BEC96}"/>
              </a:ext>
            </a:extLst>
          </p:cNvPr>
          <p:cNvSpPr txBox="1"/>
          <p:nvPr/>
        </p:nvSpPr>
        <p:spPr>
          <a:xfrm>
            <a:off x="-250775" y="4213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EA30E6-AD79-15C6-441E-4FA6C3E60CDE}"/>
              </a:ext>
            </a:extLst>
          </p:cNvPr>
          <p:cNvSpPr txBox="1"/>
          <p:nvPr/>
        </p:nvSpPr>
        <p:spPr>
          <a:xfrm>
            <a:off x="-238753" y="43559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D204F9-0F8E-F7C0-AFE0-26AE779807B9}"/>
              </a:ext>
            </a:extLst>
          </p:cNvPr>
          <p:cNvSpPr txBox="1"/>
          <p:nvPr/>
        </p:nvSpPr>
        <p:spPr>
          <a:xfrm>
            <a:off x="2919741" y="3745824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57451A2-7C05-3B82-FB07-2F9C1A073A4B}"/>
              </a:ext>
            </a:extLst>
          </p:cNvPr>
          <p:cNvSpPr txBox="1"/>
          <p:nvPr/>
        </p:nvSpPr>
        <p:spPr>
          <a:xfrm>
            <a:off x="2914931" y="424172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E018937-E46B-22F3-F4E5-AF097BC5950E}"/>
              </a:ext>
            </a:extLst>
          </p:cNvPr>
          <p:cNvSpPr txBox="1"/>
          <p:nvPr/>
        </p:nvSpPr>
        <p:spPr>
          <a:xfrm>
            <a:off x="2919741" y="44828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9B9BDAA-F7F7-2F8E-A65C-230A8DBC61CF}"/>
              </a:ext>
            </a:extLst>
          </p:cNvPr>
          <p:cNvSpPr txBox="1"/>
          <p:nvPr/>
        </p:nvSpPr>
        <p:spPr>
          <a:xfrm>
            <a:off x="2914931" y="461608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9B565B8-5F0A-97A2-AE64-51D2F0CDE227}"/>
              </a:ext>
            </a:extLst>
          </p:cNvPr>
          <p:cNvSpPr txBox="1"/>
          <p:nvPr/>
        </p:nvSpPr>
        <p:spPr>
          <a:xfrm>
            <a:off x="2919741" y="4744521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BBA5CC8-0FD4-F326-7132-CDB9B5042945}"/>
              </a:ext>
            </a:extLst>
          </p:cNvPr>
          <p:cNvSpPr txBox="1"/>
          <p:nvPr/>
        </p:nvSpPr>
        <p:spPr>
          <a:xfrm>
            <a:off x="2943786" y="5225950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B928289-118A-1C60-65F2-03E004D9B17E}"/>
              </a:ext>
            </a:extLst>
          </p:cNvPr>
          <p:cNvSpPr txBox="1"/>
          <p:nvPr/>
        </p:nvSpPr>
        <p:spPr>
          <a:xfrm>
            <a:off x="4635363" y="2153633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ED057E-F953-C4A0-79BE-974D6CAD0E01}"/>
              </a:ext>
            </a:extLst>
          </p:cNvPr>
          <p:cNvSpPr txBox="1"/>
          <p:nvPr/>
        </p:nvSpPr>
        <p:spPr>
          <a:xfrm>
            <a:off x="4604104" y="4368186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CD6BC7-B0ED-3009-84D6-7542C6940D48}"/>
              </a:ext>
            </a:extLst>
          </p:cNvPr>
          <p:cNvSpPr txBox="1"/>
          <p:nvPr/>
        </p:nvSpPr>
        <p:spPr>
          <a:xfrm>
            <a:off x="4700221" y="4867337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61612-1988-8196-8D4F-E61BD4FB8FED}"/>
              </a:ext>
            </a:extLst>
          </p:cNvPr>
          <p:cNvSpPr txBox="1"/>
          <p:nvPr/>
        </p:nvSpPr>
        <p:spPr>
          <a:xfrm>
            <a:off x="5467888" y="4846320"/>
            <a:ext cx="7053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650617-1F98-E291-5691-A08942FFA304}"/>
              </a:ext>
            </a:extLst>
          </p:cNvPr>
          <p:cNvSpPr txBox="1"/>
          <p:nvPr/>
        </p:nvSpPr>
        <p:spPr>
          <a:xfrm>
            <a:off x="6680084" y="4846320"/>
            <a:ext cx="7053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712D8F3-5564-6804-DD25-529D36449409}"/>
              </a:ext>
            </a:extLst>
          </p:cNvPr>
          <p:cNvSpPr txBox="1"/>
          <p:nvPr/>
        </p:nvSpPr>
        <p:spPr>
          <a:xfrm>
            <a:off x="7892280" y="4846320"/>
            <a:ext cx="7053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FF8EDAC-8AFE-9A09-28D0-510A14F8ECE0}"/>
              </a:ext>
            </a:extLst>
          </p:cNvPr>
          <p:cNvSpPr txBox="1"/>
          <p:nvPr/>
        </p:nvSpPr>
        <p:spPr>
          <a:xfrm>
            <a:off x="9104477" y="4846320"/>
            <a:ext cx="7053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129873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2A004-B881-7909-5539-D76E5D1EC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78">
            <a:extLst>
              <a:ext uri="{FF2B5EF4-FFF2-40B4-BE49-F238E27FC236}">
                <a16:creationId xmlns:a16="http://schemas.microsoft.com/office/drawing/2014/main" id="{4E3D05C8-FE5B-BF87-48C7-245BFDDA1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414" y="1484646"/>
            <a:ext cx="6405445" cy="390227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A26714-5A13-E514-0FBB-1B7531987F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5064" y="1464590"/>
            <a:ext cx="6414259" cy="39076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A94A87-F319-4869-3722-EEAA1B5F36A8}"/>
              </a:ext>
            </a:extLst>
          </p:cNvPr>
          <p:cNvSpPr txBox="1"/>
          <p:nvPr/>
        </p:nvSpPr>
        <p:spPr>
          <a:xfrm>
            <a:off x="-265202" y="16442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72F84B-7646-AF8C-04E4-B9404101D1CC}"/>
              </a:ext>
            </a:extLst>
          </p:cNvPr>
          <p:cNvSpPr txBox="1"/>
          <p:nvPr/>
        </p:nvSpPr>
        <p:spPr>
          <a:xfrm>
            <a:off x="-270012" y="178700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A0CF88-5E34-A5A7-42E0-E0064466FF29}"/>
              </a:ext>
            </a:extLst>
          </p:cNvPr>
          <p:cNvSpPr txBox="1"/>
          <p:nvPr/>
        </p:nvSpPr>
        <p:spPr>
          <a:xfrm>
            <a:off x="-265202" y="1929733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4B9F21-5EA9-2812-F190-EF9EA6C6958B}"/>
              </a:ext>
            </a:extLst>
          </p:cNvPr>
          <p:cNvSpPr txBox="1"/>
          <p:nvPr/>
        </p:nvSpPr>
        <p:spPr>
          <a:xfrm>
            <a:off x="-270012" y="2072460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22E88F-0105-0E4D-4519-7003CEB02AD8}"/>
              </a:ext>
            </a:extLst>
          </p:cNvPr>
          <p:cNvSpPr txBox="1"/>
          <p:nvPr/>
        </p:nvSpPr>
        <p:spPr>
          <a:xfrm>
            <a:off x="-265202" y="221518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2F56A-3BA1-E6B7-949C-6829AF2DCA5D}"/>
              </a:ext>
            </a:extLst>
          </p:cNvPr>
          <p:cNvSpPr txBox="1"/>
          <p:nvPr/>
        </p:nvSpPr>
        <p:spPr>
          <a:xfrm>
            <a:off x="-241157" y="2357915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471021-551F-C794-91FA-D824BD6A6D63}"/>
              </a:ext>
            </a:extLst>
          </p:cNvPr>
          <p:cNvSpPr txBox="1"/>
          <p:nvPr/>
        </p:nvSpPr>
        <p:spPr>
          <a:xfrm>
            <a:off x="-270012" y="2500642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3373C0-1FBB-2FF5-912F-8ED81B5DC72C}"/>
              </a:ext>
            </a:extLst>
          </p:cNvPr>
          <p:cNvSpPr txBox="1"/>
          <p:nvPr/>
        </p:nvSpPr>
        <p:spPr>
          <a:xfrm>
            <a:off x="-270012" y="264337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55FD02-710D-A5EB-9945-7311242E7555}"/>
              </a:ext>
            </a:extLst>
          </p:cNvPr>
          <p:cNvSpPr txBox="1"/>
          <p:nvPr/>
        </p:nvSpPr>
        <p:spPr>
          <a:xfrm>
            <a:off x="-236348" y="2786097"/>
            <a:ext cx="28854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0F0B9D-9136-C5A4-EB27-7E3DDADBD2C8}"/>
              </a:ext>
            </a:extLst>
          </p:cNvPr>
          <p:cNvSpPr txBox="1"/>
          <p:nvPr/>
        </p:nvSpPr>
        <p:spPr>
          <a:xfrm>
            <a:off x="-250775" y="2928679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69B1E-7115-89AF-F398-93DD1348C5FF}"/>
              </a:ext>
            </a:extLst>
          </p:cNvPr>
          <p:cNvSpPr txBox="1"/>
          <p:nvPr/>
        </p:nvSpPr>
        <p:spPr>
          <a:xfrm>
            <a:off x="-267607" y="307140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A3417D-9F64-BE62-4871-95B54BEC9901}"/>
              </a:ext>
            </a:extLst>
          </p:cNvPr>
          <p:cNvSpPr txBox="1"/>
          <p:nvPr/>
        </p:nvSpPr>
        <p:spPr>
          <a:xfrm>
            <a:off x="-250775" y="3214133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97FA94-813E-9C2C-7B3B-0B928505B340}"/>
              </a:ext>
            </a:extLst>
          </p:cNvPr>
          <p:cNvSpPr txBox="1"/>
          <p:nvPr/>
        </p:nvSpPr>
        <p:spPr>
          <a:xfrm>
            <a:off x="-284439" y="3356859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C63A570-5F1E-CD2C-5109-B6F48C02C108}"/>
              </a:ext>
            </a:extLst>
          </p:cNvPr>
          <p:cNvSpPr txBox="1"/>
          <p:nvPr/>
        </p:nvSpPr>
        <p:spPr>
          <a:xfrm>
            <a:off x="-267607" y="34995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8D59D-2611-40DF-C23A-8715A1542B89}"/>
              </a:ext>
            </a:extLst>
          </p:cNvPr>
          <p:cNvSpPr txBox="1"/>
          <p:nvPr/>
        </p:nvSpPr>
        <p:spPr>
          <a:xfrm>
            <a:off x="-255584" y="36423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87933A-DCF6-5F69-A7DB-2231250A2536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DB067F-CDEB-BCE7-E26E-DF0A0F63870B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784D6B-21CC-9E90-7A93-7ED620F5B6B8}"/>
              </a:ext>
            </a:extLst>
          </p:cNvPr>
          <p:cNvSpPr txBox="1"/>
          <p:nvPr/>
        </p:nvSpPr>
        <p:spPr>
          <a:xfrm>
            <a:off x="-241959" y="40704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00AB74-484A-9BB2-D8F0-C1783DB80D3E}"/>
              </a:ext>
            </a:extLst>
          </p:cNvPr>
          <p:cNvSpPr txBox="1"/>
          <p:nvPr/>
        </p:nvSpPr>
        <p:spPr>
          <a:xfrm>
            <a:off x="-250775" y="4213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B9BCC3-CE89-AECF-9910-A9A3ABAD1BF0}"/>
              </a:ext>
            </a:extLst>
          </p:cNvPr>
          <p:cNvSpPr txBox="1"/>
          <p:nvPr/>
        </p:nvSpPr>
        <p:spPr>
          <a:xfrm>
            <a:off x="-238753" y="43559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A1C4089-59AC-CC62-94B1-E41D92FFCE8F}"/>
              </a:ext>
            </a:extLst>
          </p:cNvPr>
          <p:cNvSpPr txBox="1"/>
          <p:nvPr/>
        </p:nvSpPr>
        <p:spPr>
          <a:xfrm>
            <a:off x="2919741" y="3745824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CE9567-080C-A571-8BE8-E4BAC22A2BDA}"/>
              </a:ext>
            </a:extLst>
          </p:cNvPr>
          <p:cNvSpPr txBox="1"/>
          <p:nvPr/>
        </p:nvSpPr>
        <p:spPr>
          <a:xfrm>
            <a:off x="2914931" y="424172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B90AC6E-1C3C-A042-10F8-1CC323D89D21}"/>
              </a:ext>
            </a:extLst>
          </p:cNvPr>
          <p:cNvSpPr txBox="1"/>
          <p:nvPr/>
        </p:nvSpPr>
        <p:spPr>
          <a:xfrm>
            <a:off x="2919741" y="4482878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107EFC3-5545-51B1-AB6D-C3AB97840D5B}"/>
              </a:ext>
            </a:extLst>
          </p:cNvPr>
          <p:cNvSpPr txBox="1"/>
          <p:nvPr/>
        </p:nvSpPr>
        <p:spPr>
          <a:xfrm>
            <a:off x="2914931" y="4616081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B179E2-6BD3-66B8-5651-4787B168C91A}"/>
              </a:ext>
            </a:extLst>
          </p:cNvPr>
          <p:cNvSpPr txBox="1"/>
          <p:nvPr/>
        </p:nvSpPr>
        <p:spPr>
          <a:xfrm>
            <a:off x="2919741" y="4744521"/>
            <a:ext cx="5770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CCF9251-5281-45C2-D504-7C989FC0952C}"/>
              </a:ext>
            </a:extLst>
          </p:cNvPr>
          <p:cNvSpPr txBox="1"/>
          <p:nvPr/>
        </p:nvSpPr>
        <p:spPr>
          <a:xfrm>
            <a:off x="2943786" y="5225950"/>
            <a:ext cx="33663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97B528-99DB-FC72-8790-89DAD7C19FB3}"/>
              </a:ext>
            </a:extLst>
          </p:cNvPr>
          <p:cNvSpPr txBox="1"/>
          <p:nvPr/>
        </p:nvSpPr>
        <p:spPr>
          <a:xfrm>
            <a:off x="4260713" y="2153633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45697FF-8BF4-73A9-E766-B49BDFAB7880}"/>
              </a:ext>
            </a:extLst>
          </p:cNvPr>
          <p:cNvSpPr txBox="1"/>
          <p:nvPr/>
        </p:nvSpPr>
        <p:spPr>
          <a:xfrm>
            <a:off x="4229454" y="4628536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51424E6-7549-80EC-C816-7A0D62B37776}"/>
              </a:ext>
            </a:extLst>
          </p:cNvPr>
          <p:cNvSpPr txBox="1"/>
          <p:nvPr/>
        </p:nvSpPr>
        <p:spPr>
          <a:xfrm>
            <a:off x="3350050" y="5164247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F7AC95A-2CDB-0FA9-3B06-2A0C95152497}"/>
              </a:ext>
            </a:extLst>
          </p:cNvPr>
          <p:cNvSpPr txBox="1"/>
          <p:nvPr/>
        </p:nvSpPr>
        <p:spPr>
          <a:xfrm>
            <a:off x="4212622" y="5164247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094FFC4-AEB1-0D5F-08FB-FC0E807F0CB0}"/>
              </a:ext>
            </a:extLst>
          </p:cNvPr>
          <p:cNvSpPr txBox="1"/>
          <p:nvPr/>
        </p:nvSpPr>
        <p:spPr>
          <a:xfrm>
            <a:off x="5086415" y="5164247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641952B-EACF-072B-C370-5847096CDD89}"/>
              </a:ext>
            </a:extLst>
          </p:cNvPr>
          <p:cNvSpPr txBox="1"/>
          <p:nvPr/>
        </p:nvSpPr>
        <p:spPr>
          <a:xfrm>
            <a:off x="5940171" y="516424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1EFA775-8F7D-04A6-CD66-F825A9F83B88}"/>
              </a:ext>
            </a:extLst>
          </p:cNvPr>
          <p:cNvSpPr txBox="1"/>
          <p:nvPr/>
        </p:nvSpPr>
        <p:spPr>
          <a:xfrm>
            <a:off x="6814765" y="5164247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D85B9E0-DC90-3C97-2BA1-5C0BA07E6069}"/>
              </a:ext>
            </a:extLst>
          </p:cNvPr>
          <p:cNvSpPr txBox="1"/>
          <p:nvPr/>
        </p:nvSpPr>
        <p:spPr>
          <a:xfrm>
            <a:off x="7662910" y="5164247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u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1F365A3-F404-26DA-83F3-E21EA8CA6FDE}"/>
              </a:ext>
            </a:extLst>
          </p:cNvPr>
          <p:cNvSpPr txBox="1"/>
          <p:nvPr/>
        </p:nvSpPr>
        <p:spPr>
          <a:xfrm>
            <a:off x="8527887" y="5164247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v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96F3BBC-12B1-C1C1-6593-3A383BBF4B3B}"/>
              </a:ext>
            </a:extLst>
          </p:cNvPr>
          <p:cNvSpPr txBox="1"/>
          <p:nvPr/>
        </p:nvSpPr>
        <p:spPr>
          <a:xfrm>
            <a:off x="2931764" y="2195557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 err="1">
                <a:solidFill>
                  <a:srgbClr val="FF0000"/>
                </a:solidFill>
              </a:rPr>
              <a:t>i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7DC422-DFD0-5C89-EAC7-5D2BB3EC6B11}"/>
              </a:ext>
            </a:extLst>
          </p:cNvPr>
          <p:cNvSpPr txBox="1"/>
          <p:nvPr/>
        </p:nvSpPr>
        <p:spPr>
          <a:xfrm>
            <a:off x="2931764" y="2294984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8F86090-F8EA-E953-A390-E85823C321EF}"/>
              </a:ext>
            </a:extLst>
          </p:cNvPr>
          <p:cNvSpPr txBox="1"/>
          <p:nvPr/>
        </p:nvSpPr>
        <p:spPr>
          <a:xfrm>
            <a:off x="2917337" y="2394411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E9E1DA-0744-78A8-43CE-FBE260FA541E}"/>
              </a:ext>
            </a:extLst>
          </p:cNvPr>
          <p:cNvSpPr txBox="1"/>
          <p:nvPr/>
        </p:nvSpPr>
        <p:spPr>
          <a:xfrm>
            <a:off x="2931764" y="2493838"/>
            <a:ext cx="28855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5F5345A-F7D2-2971-4217-BE14E8F1842E}"/>
              </a:ext>
            </a:extLst>
          </p:cNvPr>
          <p:cNvSpPr txBox="1"/>
          <p:nvPr/>
        </p:nvSpPr>
        <p:spPr>
          <a:xfrm>
            <a:off x="2900505" y="2593265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0156457-2F46-7FA9-C51C-7133F6A3040C}"/>
              </a:ext>
            </a:extLst>
          </p:cNvPr>
          <p:cNvSpPr txBox="1"/>
          <p:nvPr/>
        </p:nvSpPr>
        <p:spPr>
          <a:xfrm>
            <a:off x="2914932" y="2692692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152EE8E-9758-0909-1F77-0284E56A909A}"/>
              </a:ext>
            </a:extLst>
          </p:cNvPr>
          <p:cNvSpPr txBox="1"/>
          <p:nvPr/>
        </p:nvSpPr>
        <p:spPr>
          <a:xfrm>
            <a:off x="2914932" y="2792119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503D694-48A0-984F-6097-FA2E029F8A52}"/>
              </a:ext>
            </a:extLst>
          </p:cNvPr>
          <p:cNvSpPr txBox="1"/>
          <p:nvPr/>
        </p:nvSpPr>
        <p:spPr>
          <a:xfrm>
            <a:off x="2980656" y="3132959"/>
            <a:ext cx="80151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w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D8049989-8177-C4D2-E0C7-F880EAC6D9CA}"/>
              </a:ext>
            </a:extLst>
          </p:cNvPr>
          <p:cNvCxnSpPr>
            <a:cxnSpLocks/>
          </p:cNvCxnSpPr>
          <p:nvPr/>
        </p:nvCxnSpPr>
        <p:spPr>
          <a:xfrm>
            <a:off x="3695700" y="2263462"/>
            <a:ext cx="24688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055F1E1A-D18E-7768-7398-431C2DE85422}"/>
              </a:ext>
            </a:extLst>
          </p:cNvPr>
          <p:cNvCxnSpPr>
            <a:cxnSpLocks/>
          </p:cNvCxnSpPr>
          <p:nvPr/>
        </p:nvCxnSpPr>
        <p:spPr>
          <a:xfrm>
            <a:off x="3695700" y="2362346"/>
            <a:ext cx="246888" cy="0"/>
          </a:xfrm>
          <a:prstGeom prst="line">
            <a:avLst/>
          </a:prstGeom>
          <a:ln w="12700">
            <a:solidFill>
              <a:srgbClr val="0A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804225E-870E-568C-6C8C-2A0FC29225E3}"/>
              </a:ext>
            </a:extLst>
          </p:cNvPr>
          <p:cNvCxnSpPr>
            <a:cxnSpLocks/>
          </p:cNvCxnSpPr>
          <p:nvPr/>
        </p:nvCxnSpPr>
        <p:spPr>
          <a:xfrm>
            <a:off x="3695700" y="2461230"/>
            <a:ext cx="2468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92F19DE9-630F-6625-6D3D-E48D636F2080}"/>
              </a:ext>
            </a:extLst>
          </p:cNvPr>
          <p:cNvCxnSpPr>
            <a:cxnSpLocks/>
          </p:cNvCxnSpPr>
          <p:nvPr/>
        </p:nvCxnSpPr>
        <p:spPr>
          <a:xfrm>
            <a:off x="3695700" y="2560114"/>
            <a:ext cx="246888" cy="0"/>
          </a:xfrm>
          <a:prstGeom prst="line">
            <a:avLst/>
          </a:prstGeom>
          <a:ln w="12700">
            <a:solidFill>
              <a:srgbClr val="010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0EDF2B3-D789-4EBC-6D89-23130897E096}"/>
              </a:ext>
            </a:extLst>
          </p:cNvPr>
          <p:cNvCxnSpPr>
            <a:cxnSpLocks/>
          </p:cNvCxnSpPr>
          <p:nvPr/>
        </p:nvCxnSpPr>
        <p:spPr>
          <a:xfrm>
            <a:off x="3695700" y="2658998"/>
            <a:ext cx="246888" cy="0"/>
          </a:xfrm>
          <a:prstGeom prst="line">
            <a:avLst/>
          </a:prstGeom>
          <a:ln w="12700">
            <a:solidFill>
              <a:srgbClr val="FF4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EB0A12E1-BC9C-8D5F-9BB3-D20782077CB1}"/>
              </a:ext>
            </a:extLst>
          </p:cNvPr>
          <p:cNvCxnSpPr>
            <a:cxnSpLocks/>
          </p:cNvCxnSpPr>
          <p:nvPr/>
        </p:nvCxnSpPr>
        <p:spPr>
          <a:xfrm>
            <a:off x="3695700" y="2757882"/>
            <a:ext cx="246888" cy="0"/>
          </a:xfrm>
          <a:prstGeom prst="line">
            <a:avLst/>
          </a:prstGeom>
          <a:ln w="12700">
            <a:solidFill>
              <a:srgbClr val="64FF6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40BDE4B-CE58-0AC9-5D3D-4B7303B00F50}"/>
              </a:ext>
            </a:extLst>
          </p:cNvPr>
          <p:cNvCxnSpPr>
            <a:cxnSpLocks/>
          </p:cNvCxnSpPr>
          <p:nvPr/>
        </p:nvCxnSpPr>
        <p:spPr>
          <a:xfrm>
            <a:off x="3695700" y="2856764"/>
            <a:ext cx="246888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150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Picture 48">
            <a:extLst>
              <a:ext uri="{FF2B5EF4-FFF2-40B4-BE49-F238E27FC236}">
                <a16:creationId xmlns:a16="http://schemas.microsoft.com/office/drawing/2014/main" id="{1CE4A6E7-E7AE-878A-CEFE-9321F4F475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2" t="21724" r="89526" b="64883"/>
          <a:stretch/>
        </p:blipFill>
        <p:spPr>
          <a:xfrm>
            <a:off x="3230065" y="5445684"/>
            <a:ext cx="740864" cy="933651"/>
          </a:xfrm>
          <a:prstGeom prst="rect">
            <a:avLst/>
          </a:prstGeom>
          <a:ln w="6350">
            <a:solidFill>
              <a:schemeClr val="accent1">
                <a:shade val="1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2AB0235-6DF9-8919-4AF7-78C605E77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708785"/>
            <a:ext cx="6400800" cy="344043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E806DB-1A12-4BE8-056D-9514D7028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60" y="1329876"/>
            <a:ext cx="1720400" cy="287692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4885428-36FC-B095-9E14-752645940FA8}"/>
              </a:ext>
            </a:extLst>
          </p:cNvPr>
          <p:cNvCxnSpPr>
            <a:cxnSpLocks/>
          </p:cNvCxnSpPr>
          <p:nvPr/>
        </p:nvCxnSpPr>
        <p:spPr>
          <a:xfrm>
            <a:off x="4400283" y="1708785"/>
            <a:ext cx="122349" cy="354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B5616FE-EA6C-05FB-51C1-5C4178F7DF88}"/>
              </a:ext>
            </a:extLst>
          </p:cNvPr>
          <p:cNvCxnSpPr>
            <a:cxnSpLocks/>
          </p:cNvCxnSpPr>
          <p:nvPr/>
        </p:nvCxnSpPr>
        <p:spPr>
          <a:xfrm flipH="1">
            <a:off x="4595613" y="1708785"/>
            <a:ext cx="122349" cy="3543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32829734-137A-3A44-A57A-D8785E846416}"/>
              </a:ext>
            </a:extLst>
          </p:cNvPr>
          <p:cNvCxnSpPr>
            <a:endCxn id="18" idx="1"/>
          </p:cNvCxnSpPr>
          <p:nvPr/>
        </p:nvCxnSpPr>
        <p:spPr>
          <a:xfrm rot="5400000" flipH="1" flipV="1">
            <a:off x="5375940" y="1858932"/>
            <a:ext cx="1299529" cy="52911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3837E73-B0FA-738E-50D2-41F4BEFB428C}"/>
              </a:ext>
            </a:extLst>
          </p:cNvPr>
          <p:cNvSpPr txBox="1"/>
          <p:nvPr/>
        </p:nvSpPr>
        <p:spPr>
          <a:xfrm>
            <a:off x="4344536" y="1556013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BCDB82-534F-8A7B-D6D1-F797E746A081}"/>
              </a:ext>
            </a:extLst>
          </p:cNvPr>
          <p:cNvSpPr txBox="1"/>
          <p:nvPr/>
        </p:nvSpPr>
        <p:spPr>
          <a:xfrm>
            <a:off x="4709670" y="1540214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37E71B-2F8B-7587-5524-E9F064C05F63}"/>
              </a:ext>
            </a:extLst>
          </p:cNvPr>
          <p:cNvSpPr txBox="1"/>
          <p:nvPr/>
        </p:nvSpPr>
        <p:spPr>
          <a:xfrm>
            <a:off x="6397445" y="134158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F401B1-C9BE-1D49-B83B-3E3C90FE4951}"/>
              </a:ext>
            </a:extLst>
          </p:cNvPr>
          <p:cNvSpPr txBox="1"/>
          <p:nvPr/>
        </p:nvSpPr>
        <p:spPr>
          <a:xfrm>
            <a:off x="6392635" y="1464396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8CD962D-8985-332E-39C1-7A32A6A8BBA7}"/>
              </a:ext>
            </a:extLst>
          </p:cNvPr>
          <p:cNvSpPr txBox="1"/>
          <p:nvPr/>
        </p:nvSpPr>
        <p:spPr>
          <a:xfrm>
            <a:off x="3300429" y="5473675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D29459E-35C3-1F4D-A62C-0375E8873055}"/>
              </a:ext>
            </a:extLst>
          </p:cNvPr>
          <p:cNvSpPr txBox="1"/>
          <p:nvPr/>
        </p:nvSpPr>
        <p:spPr>
          <a:xfrm>
            <a:off x="3868972" y="540804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94C5F1C-3C8B-0C9F-F7B2-93B495DECFD9}"/>
              </a:ext>
            </a:extLst>
          </p:cNvPr>
          <p:cNvSpPr txBox="1"/>
          <p:nvPr/>
        </p:nvSpPr>
        <p:spPr>
          <a:xfrm>
            <a:off x="3883399" y="5850954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681B9456-578D-9587-16AD-5B2EABAE5D1D}"/>
              </a:ext>
            </a:extLst>
          </p:cNvPr>
          <p:cNvSpPr>
            <a:spLocks noChangeAspect="1"/>
          </p:cNvSpPr>
          <p:nvPr/>
        </p:nvSpPr>
        <p:spPr>
          <a:xfrm>
            <a:off x="3230065" y="2460820"/>
            <a:ext cx="345620" cy="448680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2719FA9-43E4-D2BB-2F90-5D031E96D5BB}"/>
              </a:ext>
            </a:extLst>
          </p:cNvPr>
          <p:cNvCxnSpPr>
            <a:cxnSpLocks/>
            <a:stCxn id="54" idx="1"/>
            <a:endCxn id="49" idx="1"/>
          </p:cNvCxnSpPr>
          <p:nvPr/>
        </p:nvCxnSpPr>
        <p:spPr>
          <a:xfrm rot="10800000" flipV="1">
            <a:off x="3230065" y="2685160"/>
            <a:ext cx="12700" cy="3227350"/>
          </a:xfrm>
          <a:prstGeom prst="bentConnector3">
            <a:avLst>
              <a:gd name="adj1" fmla="val 346472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ED5AF745-F8AA-C3E5-3F06-ED3FF91006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62" t="10281" r="89526" b="86440"/>
          <a:stretch/>
        </p:blipFill>
        <p:spPr>
          <a:xfrm>
            <a:off x="3230063" y="5187962"/>
            <a:ext cx="740864" cy="228600"/>
          </a:xfrm>
          <a:prstGeom prst="rect">
            <a:avLst/>
          </a:prstGeom>
          <a:ln w="6350">
            <a:solidFill>
              <a:schemeClr val="accent1">
                <a:shade val="15000"/>
              </a:schemeClr>
            </a:solidFill>
          </a:ln>
        </p:spPr>
      </p:pic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7B717F1-016B-FA74-A829-B1B422FECD1A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57349" y="5695781"/>
            <a:ext cx="12700" cy="594360"/>
          </a:xfrm>
          <a:prstGeom prst="bentConnector3">
            <a:avLst>
              <a:gd name="adj1" fmla="val 91731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: Elbow 71">
            <a:extLst>
              <a:ext uri="{FF2B5EF4-FFF2-40B4-BE49-F238E27FC236}">
                <a16:creationId xmlns:a16="http://schemas.microsoft.com/office/drawing/2014/main" id="{5100B531-295B-483C-DA50-486440C10F13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57349" y="5832941"/>
            <a:ext cx="12700" cy="320040"/>
          </a:xfrm>
          <a:prstGeom prst="bentConnector3">
            <a:avLst>
              <a:gd name="adj1" fmla="val 91731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F3FA9D00-8314-C8FB-8BD0-6D50B9DF74EC}"/>
              </a:ext>
            </a:extLst>
          </p:cNvPr>
          <p:cNvSpPr txBox="1"/>
          <p:nvPr/>
        </p:nvSpPr>
        <p:spPr>
          <a:xfrm>
            <a:off x="3272631" y="5890511"/>
            <a:ext cx="154851" cy="12311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lIns="45720" tIns="0" rIns="45720" bIns="0" rtlCol="0" anchor="b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2508332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0DAE6-FBA5-2E03-8699-8EE15745D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7FDC01-D506-6372-F8B9-226F7A499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708785"/>
            <a:ext cx="6400800" cy="3440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40E1CA-092F-04EC-029D-6861092F2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8184" y="2294881"/>
            <a:ext cx="960892" cy="2876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C8F0F3-AF35-E332-505E-786649D3A7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2584" y="4172776"/>
            <a:ext cx="512092" cy="1611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2210F5-93F1-3E2B-F6D8-E93A73151C64}"/>
              </a:ext>
            </a:extLst>
          </p:cNvPr>
          <p:cNvSpPr txBox="1"/>
          <p:nvPr/>
        </p:nvSpPr>
        <p:spPr>
          <a:xfrm>
            <a:off x="4421233" y="2310536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3DBAA3-F6BB-77D4-6472-D2F8572F501F}"/>
              </a:ext>
            </a:extLst>
          </p:cNvPr>
          <p:cNvSpPr txBox="1"/>
          <p:nvPr/>
        </p:nvSpPr>
        <p:spPr>
          <a:xfrm>
            <a:off x="4409211" y="243812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EFEE6A-CC83-4B9B-12A2-743D0EC9E576}"/>
              </a:ext>
            </a:extLst>
          </p:cNvPr>
          <p:cNvSpPr txBox="1"/>
          <p:nvPr/>
        </p:nvSpPr>
        <p:spPr>
          <a:xfrm>
            <a:off x="4649834" y="4200976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0C459A-A549-DAA4-DD62-111350846C9E}"/>
              </a:ext>
            </a:extLst>
          </p:cNvPr>
          <p:cNvSpPr txBox="1"/>
          <p:nvPr/>
        </p:nvSpPr>
        <p:spPr>
          <a:xfrm>
            <a:off x="3560563" y="2294881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0980DE-EFB9-EFE7-83FE-67BBE71169CC}"/>
              </a:ext>
            </a:extLst>
          </p:cNvPr>
          <p:cNvSpPr txBox="1"/>
          <p:nvPr/>
        </p:nvSpPr>
        <p:spPr>
          <a:xfrm>
            <a:off x="3526899" y="3682543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40E434-44B2-BACD-5586-67631FEFB526}"/>
              </a:ext>
            </a:extLst>
          </p:cNvPr>
          <p:cNvSpPr txBox="1"/>
          <p:nvPr/>
        </p:nvSpPr>
        <p:spPr>
          <a:xfrm>
            <a:off x="2947221" y="4776200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AFB98C-559A-4D32-CE80-850C74E8387C}"/>
              </a:ext>
            </a:extLst>
          </p:cNvPr>
          <p:cNvSpPr txBox="1"/>
          <p:nvPr/>
        </p:nvSpPr>
        <p:spPr>
          <a:xfrm>
            <a:off x="4143695" y="4775642"/>
            <a:ext cx="33663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CF93261-C1C0-CC1F-5356-F107A215FEF6}"/>
              </a:ext>
            </a:extLst>
          </p:cNvPr>
          <p:cNvSpPr txBox="1"/>
          <p:nvPr/>
        </p:nvSpPr>
        <p:spPr>
          <a:xfrm>
            <a:off x="5114788" y="4778086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01C4321-D22F-4E72-F46F-FA40935214A9}"/>
              </a:ext>
            </a:extLst>
          </p:cNvPr>
          <p:cNvSpPr txBox="1"/>
          <p:nvPr/>
        </p:nvSpPr>
        <p:spPr>
          <a:xfrm>
            <a:off x="-413335" y="43910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12E0286-D971-5249-98B1-5A220876F48B}"/>
              </a:ext>
            </a:extLst>
          </p:cNvPr>
          <p:cNvSpPr txBox="1"/>
          <p:nvPr/>
        </p:nvSpPr>
        <p:spPr>
          <a:xfrm>
            <a:off x="-401313" y="45337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03E68239-282E-7530-B810-95F316279C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880" y="1432915"/>
            <a:ext cx="523600" cy="161108"/>
          </a:xfrm>
          <a:prstGeom prst="rect">
            <a:avLst/>
          </a:prstGeom>
        </p:spPr>
      </p:pic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F8BB252B-AE3D-5E7F-799A-6B04B669DDFD}"/>
              </a:ext>
            </a:extLst>
          </p:cNvPr>
          <p:cNvCxnSpPr/>
          <p:nvPr/>
        </p:nvCxnSpPr>
        <p:spPr>
          <a:xfrm flipV="1">
            <a:off x="3352800" y="1617568"/>
            <a:ext cx="182880" cy="3958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6813650-ABE7-4EEB-29C6-68910A465ADD}"/>
              </a:ext>
            </a:extLst>
          </p:cNvPr>
          <p:cNvSpPr txBox="1"/>
          <p:nvPr/>
        </p:nvSpPr>
        <p:spPr>
          <a:xfrm>
            <a:off x="3350395" y="1448997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4F10E68-66CD-E69E-E555-236FF3132562}"/>
              </a:ext>
            </a:extLst>
          </p:cNvPr>
          <p:cNvSpPr txBox="1"/>
          <p:nvPr/>
        </p:nvSpPr>
        <p:spPr>
          <a:xfrm>
            <a:off x="-260935" y="3258879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16D007-E7B3-9A9A-4D67-1CAB807DE5EA}"/>
              </a:ext>
            </a:extLst>
          </p:cNvPr>
          <p:cNvSpPr txBox="1"/>
          <p:nvPr/>
        </p:nvSpPr>
        <p:spPr>
          <a:xfrm>
            <a:off x="-277767" y="3401604"/>
            <a:ext cx="5770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4BC6C3-E957-E1D6-3D43-EF4C8426E77F}"/>
              </a:ext>
            </a:extLst>
          </p:cNvPr>
          <p:cNvSpPr txBox="1"/>
          <p:nvPr/>
        </p:nvSpPr>
        <p:spPr>
          <a:xfrm>
            <a:off x="-260935" y="3544333"/>
            <a:ext cx="2885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BB8A479-88BF-4985-A8D7-914629B4F5AA}"/>
              </a:ext>
            </a:extLst>
          </p:cNvPr>
          <p:cNvSpPr txBox="1"/>
          <p:nvPr/>
        </p:nvSpPr>
        <p:spPr>
          <a:xfrm>
            <a:off x="-294599" y="3687059"/>
            <a:ext cx="91372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178259-A334-BC50-E2FD-8AF8FECE1761}"/>
              </a:ext>
            </a:extLst>
          </p:cNvPr>
          <p:cNvSpPr txBox="1"/>
          <p:nvPr/>
        </p:nvSpPr>
        <p:spPr>
          <a:xfrm>
            <a:off x="-277767" y="38297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5434AC-C269-CEE3-5E83-9A7A22C7664E}"/>
              </a:ext>
            </a:extLst>
          </p:cNvPr>
          <p:cNvSpPr txBox="1"/>
          <p:nvPr/>
        </p:nvSpPr>
        <p:spPr>
          <a:xfrm>
            <a:off x="-265744" y="39725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B182B7-0710-D269-B891-23CD751E1D2C}"/>
              </a:ext>
            </a:extLst>
          </p:cNvPr>
          <p:cNvSpPr txBox="1"/>
          <p:nvPr/>
        </p:nvSpPr>
        <p:spPr>
          <a:xfrm>
            <a:off x="-280172" y="41153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B7E5783-60BB-9C73-4785-CB48811F1FC3}"/>
              </a:ext>
            </a:extLst>
          </p:cNvPr>
          <p:cNvSpPr txBox="1"/>
          <p:nvPr/>
        </p:nvSpPr>
        <p:spPr>
          <a:xfrm>
            <a:off x="-280172" y="42581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F7E79C3-D621-D5A4-E879-219A4CFA301E}"/>
              </a:ext>
            </a:extLst>
          </p:cNvPr>
          <p:cNvSpPr txBox="1"/>
          <p:nvPr/>
        </p:nvSpPr>
        <p:spPr>
          <a:xfrm>
            <a:off x="-252119" y="44006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98282EC-1663-57D8-1E62-E8108694C72B}"/>
              </a:ext>
            </a:extLst>
          </p:cNvPr>
          <p:cNvSpPr txBox="1"/>
          <p:nvPr/>
        </p:nvSpPr>
        <p:spPr>
          <a:xfrm>
            <a:off x="-260935" y="45434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50C0C7-E769-C43B-1EA2-921B917978EA}"/>
              </a:ext>
            </a:extLst>
          </p:cNvPr>
          <p:cNvSpPr txBox="1"/>
          <p:nvPr/>
        </p:nvSpPr>
        <p:spPr>
          <a:xfrm>
            <a:off x="-248913" y="46861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75810AE-1BA9-52E8-D526-A1DB967AF066}"/>
              </a:ext>
            </a:extLst>
          </p:cNvPr>
          <p:cNvGrpSpPr/>
          <p:nvPr/>
        </p:nvGrpSpPr>
        <p:grpSpPr>
          <a:xfrm>
            <a:off x="6408869" y="1551359"/>
            <a:ext cx="2347415" cy="866633"/>
            <a:chOff x="7240137" y="4449170"/>
            <a:chExt cx="2347415" cy="866633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B02EECE7-B43F-5A85-1AD9-0FB1889E96CE}"/>
                </a:ext>
              </a:extLst>
            </p:cNvPr>
            <p:cNvSpPr/>
            <p:nvPr/>
          </p:nvSpPr>
          <p:spPr>
            <a:xfrm>
              <a:off x="7240137" y="4449170"/>
              <a:ext cx="2347415" cy="866633"/>
            </a:xfrm>
            <a:prstGeom prst="rect">
              <a:avLst/>
            </a:prstGeom>
            <a:solidFill>
              <a:schemeClr val="bg1"/>
            </a:solidFill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B2149F6-470B-7E89-5693-2EBD9B2D264B}"/>
                </a:ext>
              </a:extLst>
            </p:cNvPr>
            <p:cNvGrpSpPr/>
            <p:nvPr/>
          </p:nvGrpSpPr>
          <p:grpSpPr>
            <a:xfrm>
              <a:off x="7326005" y="4514132"/>
              <a:ext cx="1395516" cy="123111"/>
              <a:chOff x="7326005" y="4514132"/>
              <a:chExt cx="1395516" cy="123111"/>
            </a:xfrm>
          </p:grpSpPr>
          <p:cxnSp>
            <p:nvCxnSpPr>
              <p:cNvPr id="2" name="Straight Connector 1">
                <a:extLst>
                  <a:ext uri="{FF2B5EF4-FFF2-40B4-BE49-F238E27FC236}">
                    <a16:creationId xmlns:a16="http://schemas.microsoft.com/office/drawing/2014/main" id="{728BCC44-B52E-3302-C36B-75479F4356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6005" y="4575688"/>
                <a:ext cx="246888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58F661F-DA22-DDAE-0056-573F969B7FB8}"/>
                  </a:ext>
                </a:extLst>
              </p:cNvPr>
              <p:cNvSpPr txBox="1"/>
              <p:nvPr/>
            </p:nvSpPr>
            <p:spPr>
              <a:xfrm>
                <a:off x="7615449" y="4514132"/>
                <a:ext cx="1106072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lang="en-US" sz="800" dirty="0">
                    <a:latin typeface="+mj-lt"/>
                  </a:rPr>
                  <a:t>raw integrated spectrum</a:t>
                </a:r>
              </a:p>
            </p:txBody>
          </p:sp>
        </p:grpSp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63D461E-D983-E37B-74A5-08423A13A8AA}"/>
                </a:ext>
              </a:extLst>
            </p:cNvPr>
            <p:cNvGrpSpPr/>
            <p:nvPr/>
          </p:nvGrpSpPr>
          <p:grpSpPr>
            <a:xfrm>
              <a:off x="7326005" y="4666532"/>
              <a:ext cx="1518948" cy="123111"/>
              <a:chOff x="7326005" y="4666532"/>
              <a:chExt cx="1518948" cy="123111"/>
            </a:xfrm>
          </p:grpSpPr>
          <p:cxnSp>
            <p:nvCxnSpPr>
              <p:cNvPr id="4" name="Straight Connector 3">
                <a:extLst>
                  <a:ext uri="{FF2B5EF4-FFF2-40B4-BE49-F238E27FC236}">
                    <a16:creationId xmlns:a16="http://schemas.microsoft.com/office/drawing/2014/main" id="{FC01AF19-016C-C1ED-4794-9C8E10D358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6005" y="4728088"/>
                <a:ext cx="246888" cy="0"/>
              </a:xfrm>
              <a:prstGeom prst="line">
                <a:avLst/>
              </a:prstGeom>
              <a:ln w="9525">
                <a:solidFill>
                  <a:srgbClr val="0AFF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02A37A9-099C-59D9-E5F5-A43141D00692}"/>
                  </a:ext>
                </a:extLst>
              </p:cNvPr>
              <p:cNvSpPr txBox="1"/>
              <p:nvPr/>
            </p:nvSpPr>
            <p:spPr>
              <a:xfrm>
                <a:off x="7615449" y="4666532"/>
                <a:ext cx="1229504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lang="en-US" sz="800" dirty="0">
                    <a:latin typeface="+mj-lt"/>
                  </a:rPr>
                  <a:t>background/baseline/blank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67E12807-56A9-C23B-ED3D-20389F3B921A}"/>
                </a:ext>
              </a:extLst>
            </p:cNvPr>
            <p:cNvGrpSpPr/>
            <p:nvPr/>
          </p:nvGrpSpPr>
          <p:grpSpPr>
            <a:xfrm>
              <a:off x="7326005" y="4818932"/>
              <a:ext cx="2169767" cy="123111"/>
              <a:chOff x="7326005" y="4818932"/>
              <a:chExt cx="2169767" cy="123111"/>
            </a:xfrm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722F6C62-3718-415D-1369-C2C404B751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6005" y="4880488"/>
                <a:ext cx="246888" cy="0"/>
              </a:xfrm>
              <a:prstGeom prst="line">
                <a:avLst/>
              </a:prstGeom>
              <a:ln w="9525">
                <a:solidFill>
                  <a:srgbClr val="0101FF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C3EFF9-0245-18B0-BE50-8BFD8F08C778}"/>
                  </a:ext>
                </a:extLst>
              </p:cNvPr>
              <p:cNvSpPr txBox="1"/>
              <p:nvPr/>
            </p:nvSpPr>
            <p:spPr>
              <a:xfrm>
                <a:off x="7615449" y="4818932"/>
                <a:ext cx="188032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lang="en-US" sz="800" dirty="0">
                    <a:latin typeface="+mj-lt"/>
                  </a:rPr>
                  <a:t>corrected integrated spectrum [raw-</a:t>
                </a:r>
                <a:r>
                  <a:rPr lang="en-US" sz="800" dirty="0" err="1">
                    <a:latin typeface="+mj-lt"/>
                  </a:rPr>
                  <a:t>bkgd</a:t>
                </a:r>
                <a:r>
                  <a:rPr lang="en-US" sz="800" dirty="0">
                    <a:latin typeface="+mj-lt"/>
                  </a:rPr>
                  <a:t>]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35F0DCA-FF9A-1DEA-27BE-734FD64AFA49}"/>
                </a:ext>
              </a:extLst>
            </p:cNvPr>
            <p:cNvGrpSpPr/>
            <p:nvPr/>
          </p:nvGrpSpPr>
          <p:grpSpPr>
            <a:xfrm>
              <a:off x="7326005" y="4971332"/>
              <a:ext cx="993163" cy="123111"/>
              <a:chOff x="7326005" y="4971332"/>
              <a:chExt cx="993163" cy="123111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C92008C9-56F9-90E2-E225-FF6F9822D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6005" y="5032888"/>
                <a:ext cx="246888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B44BAC3-FDCF-CC66-ACCA-FBF1CB293A08}"/>
                  </a:ext>
                </a:extLst>
              </p:cNvPr>
              <p:cNvSpPr txBox="1"/>
              <p:nvPr/>
            </p:nvSpPr>
            <p:spPr>
              <a:xfrm>
                <a:off x="7615449" y="4971332"/>
                <a:ext cx="703719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lang="en-US" sz="800" dirty="0">
                    <a:latin typeface="+mj-lt"/>
                  </a:rPr>
                  <a:t>selection from </a:t>
                </a:r>
                <a:r>
                  <a:rPr lang="en-US" sz="800" b="1" dirty="0">
                    <a:latin typeface="+mj-lt"/>
                  </a:rPr>
                  <a:t>f</a:t>
                </a:r>
                <a:endParaRPr lang="en-US" sz="800" dirty="0">
                  <a:latin typeface="+mj-lt"/>
                </a:endParaRP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892A92-EC08-A377-3907-E30E296DD2CF}"/>
                </a:ext>
              </a:extLst>
            </p:cNvPr>
            <p:cNvGrpSpPr/>
            <p:nvPr/>
          </p:nvGrpSpPr>
          <p:grpSpPr>
            <a:xfrm>
              <a:off x="7326005" y="5123732"/>
              <a:ext cx="1884432" cy="123111"/>
              <a:chOff x="7326005" y="5123732"/>
              <a:chExt cx="1884432" cy="123111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46CABCA-EE65-84AA-C337-8F31752528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26005" y="5185288"/>
                <a:ext cx="246888" cy="0"/>
              </a:xfrm>
              <a:prstGeom prst="line">
                <a:avLst/>
              </a:prstGeom>
              <a:ln w="9525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FDAC2BF4-1E13-4B3B-B480-43210E980323}"/>
                  </a:ext>
                </a:extLst>
              </p:cNvPr>
              <p:cNvSpPr txBox="1"/>
              <p:nvPr/>
            </p:nvSpPr>
            <p:spPr>
              <a:xfrm>
                <a:off x="7615449" y="5123732"/>
                <a:ext cx="1594988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r>
                  <a:rPr lang="en-US" sz="800" dirty="0">
                    <a:latin typeface="+mj-lt"/>
                  </a:rPr>
                  <a:t>fit to corrected integrated spectrum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8066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20A22F-9359-0D17-A46B-86719F872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625" y="1276049"/>
            <a:ext cx="8592749" cy="43059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ECA9D40-86D8-DCA3-A0E5-82AF50A32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3348" y="2527742"/>
            <a:ext cx="2314898" cy="476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F750E6-C55B-D4BD-C563-6B68359379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3348" y="3766538"/>
            <a:ext cx="2276793" cy="6858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04AA10A-57FA-4EFA-FC72-61B7C14711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3348" y="4647661"/>
            <a:ext cx="2333951" cy="6858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1F8502E-80A5-C47E-673A-E3B9C7BF8A91}"/>
              </a:ext>
            </a:extLst>
          </p:cNvPr>
          <p:cNvSpPr txBox="1"/>
          <p:nvPr/>
        </p:nvSpPr>
        <p:spPr>
          <a:xfrm>
            <a:off x="8463348" y="2279349"/>
            <a:ext cx="1194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[context menu]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6E08FA-7E72-C9B1-3AD6-65593E35E820}"/>
              </a:ext>
            </a:extLst>
          </p:cNvPr>
          <p:cNvSpPr txBox="1"/>
          <p:nvPr/>
        </p:nvSpPr>
        <p:spPr>
          <a:xfrm>
            <a:off x="2363648" y="2242058"/>
            <a:ext cx="7053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0ADE630-233F-218E-E71B-9E009902B95C}"/>
              </a:ext>
            </a:extLst>
          </p:cNvPr>
          <p:cNvSpPr txBox="1"/>
          <p:nvPr/>
        </p:nvSpPr>
        <p:spPr>
          <a:xfrm>
            <a:off x="2135564" y="2851736"/>
            <a:ext cx="78548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3CE9D3-8DAF-DD1E-28B4-CD6AE50A9CAF}"/>
              </a:ext>
            </a:extLst>
          </p:cNvPr>
          <p:cNvSpPr txBox="1"/>
          <p:nvPr/>
        </p:nvSpPr>
        <p:spPr>
          <a:xfrm>
            <a:off x="2136125" y="3582848"/>
            <a:ext cx="7053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3324D5-E11E-EA38-024F-B4B09FF5875B}"/>
              </a:ext>
            </a:extLst>
          </p:cNvPr>
          <p:cNvSpPr txBox="1"/>
          <p:nvPr/>
        </p:nvSpPr>
        <p:spPr>
          <a:xfrm>
            <a:off x="2134658" y="3726779"/>
            <a:ext cx="78548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D24611-03BE-2AC6-3A99-C9513616589D}"/>
              </a:ext>
            </a:extLst>
          </p:cNvPr>
          <p:cNvSpPr txBox="1"/>
          <p:nvPr/>
        </p:nvSpPr>
        <p:spPr>
          <a:xfrm>
            <a:off x="2136125" y="4451815"/>
            <a:ext cx="7053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60E84F-91B5-DF41-E8B5-563A00FA8EA5}"/>
              </a:ext>
            </a:extLst>
          </p:cNvPr>
          <p:cNvSpPr txBox="1"/>
          <p:nvPr/>
        </p:nvSpPr>
        <p:spPr>
          <a:xfrm>
            <a:off x="2149750" y="4595746"/>
            <a:ext cx="4328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f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57C98C-2A5F-8B77-9495-778500FEF20E}"/>
              </a:ext>
            </a:extLst>
          </p:cNvPr>
          <p:cNvSpPr txBox="1"/>
          <p:nvPr/>
        </p:nvSpPr>
        <p:spPr>
          <a:xfrm>
            <a:off x="8706484" y="2574057"/>
            <a:ext cx="78548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07574E-ABB5-E44D-13BE-3FA35038A190}"/>
              </a:ext>
            </a:extLst>
          </p:cNvPr>
          <p:cNvSpPr txBox="1"/>
          <p:nvPr/>
        </p:nvSpPr>
        <p:spPr>
          <a:xfrm>
            <a:off x="8706484" y="2793652"/>
            <a:ext cx="78548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DDA4D4-1795-EF09-AC87-5C24CC5A6B9D}"/>
              </a:ext>
            </a:extLst>
          </p:cNvPr>
          <p:cNvSpPr txBox="1"/>
          <p:nvPr/>
        </p:nvSpPr>
        <p:spPr>
          <a:xfrm>
            <a:off x="8670125" y="3769654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 err="1">
                <a:solidFill>
                  <a:srgbClr val="FF0000"/>
                </a:solidFill>
              </a:rPr>
              <a:t>i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5984E2-41D8-F22A-ABC1-403045FBBB89}"/>
              </a:ext>
            </a:extLst>
          </p:cNvPr>
          <p:cNvSpPr txBox="1"/>
          <p:nvPr/>
        </p:nvSpPr>
        <p:spPr>
          <a:xfrm>
            <a:off x="8669084" y="3955257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j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E99EEB-DB8F-E6E5-6FC1-E7E0C3F6D30C}"/>
              </a:ext>
            </a:extLst>
          </p:cNvPr>
          <p:cNvSpPr txBox="1"/>
          <p:nvPr/>
        </p:nvSpPr>
        <p:spPr>
          <a:xfrm>
            <a:off x="8671673" y="4197479"/>
            <a:ext cx="7053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875640-28C3-C345-4819-0294E216247C}"/>
              </a:ext>
            </a:extLst>
          </p:cNvPr>
          <p:cNvSpPr txBox="1"/>
          <p:nvPr/>
        </p:nvSpPr>
        <p:spPr>
          <a:xfrm>
            <a:off x="8678786" y="4913665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08F545B-84B5-D372-9624-D8949C299A12}"/>
              </a:ext>
            </a:extLst>
          </p:cNvPr>
          <p:cNvSpPr txBox="1"/>
          <p:nvPr/>
        </p:nvSpPr>
        <p:spPr>
          <a:xfrm>
            <a:off x="4616583" y="5177922"/>
            <a:ext cx="113814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60B8C8D-CF26-38B3-AEE5-1A7E32A10760}"/>
              </a:ext>
            </a:extLst>
          </p:cNvPr>
          <p:cNvSpPr txBox="1"/>
          <p:nvPr/>
        </p:nvSpPr>
        <p:spPr>
          <a:xfrm>
            <a:off x="-267607" y="3499588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3141884-F715-F209-3343-5D7CC0D55AE5}"/>
              </a:ext>
            </a:extLst>
          </p:cNvPr>
          <p:cNvSpPr txBox="1"/>
          <p:nvPr/>
        </p:nvSpPr>
        <p:spPr>
          <a:xfrm>
            <a:off x="-255584" y="3642315"/>
            <a:ext cx="62518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o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08750FD-4E42-32E8-F1BF-369D1432DA0B}"/>
              </a:ext>
            </a:extLst>
          </p:cNvPr>
          <p:cNvSpPr txBox="1"/>
          <p:nvPr/>
        </p:nvSpPr>
        <p:spPr>
          <a:xfrm>
            <a:off x="-270012" y="3785189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p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006774-E618-7AF7-A49B-1701397CF307}"/>
              </a:ext>
            </a:extLst>
          </p:cNvPr>
          <p:cNvSpPr txBox="1"/>
          <p:nvPr/>
        </p:nvSpPr>
        <p:spPr>
          <a:xfrm>
            <a:off x="-270012" y="3927917"/>
            <a:ext cx="62518" cy="12281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00DECC-D608-6EE1-02F5-5E79F29DF29D}"/>
              </a:ext>
            </a:extLst>
          </p:cNvPr>
          <p:cNvSpPr txBox="1"/>
          <p:nvPr/>
        </p:nvSpPr>
        <p:spPr>
          <a:xfrm>
            <a:off x="-241959" y="4070498"/>
            <a:ext cx="40076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0430F49-8483-19D3-A499-905D85A26769}"/>
              </a:ext>
            </a:extLst>
          </p:cNvPr>
          <p:cNvSpPr txBox="1"/>
          <p:nvPr/>
        </p:nvSpPr>
        <p:spPr>
          <a:xfrm>
            <a:off x="-250775" y="4213223"/>
            <a:ext cx="57709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9C33D8-2786-7303-C8EF-80156B131FF2}"/>
              </a:ext>
            </a:extLst>
          </p:cNvPr>
          <p:cNvSpPr txBox="1"/>
          <p:nvPr/>
        </p:nvSpPr>
        <p:spPr>
          <a:xfrm>
            <a:off x="-238753" y="4355955"/>
            <a:ext cx="33664" cy="123111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5C45F78-451C-5034-F3C1-722453581D72}"/>
              </a:ext>
            </a:extLst>
          </p:cNvPr>
          <p:cNvSpPr txBox="1"/>
          <p:nvPr/>
        </p:nvSpPr>
        <p:spPr>
          <a:xfrm>
            <a:off x="8678786" y="4688596"/>
            <a:ext cx="35267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 err="1">
                <a:solidFill>
                  <a:srgbClr val="FF0000"/>
                </a:solidFill>
              </a:rPr>
              <a:t>i</a:t>
            </a:r>
            <a:endParaRPr lang="en-US" sz="1000" b="1" dirty="0">
              <a:solidFill>
                <a:srgbClr val="FF000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4BBF471-57EE-1BA3-DAFF-20B4C3BD8664}"/>
              </a:ext>
            </a:extLst>
          </p:cNvPr>
          <p:cNvSpPr txBox="1"/>
          <p:nvPr/>
        </p:nvSpPr>
        <p:spPr>
          <a:xfrm>
            <a:off x="8680334" y="5116421"/>
            <a:ext cx="70532" cy="153888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000" b="1" dirty="0">
                <a:solidFill>
                  <a:srgbClr val="FF0000"/>
                </a:solidFill>
              </a:rPr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3EF565-F2E7-A4F8-CFD2-3A32C67856DA}"/>
              </a:ext>
            </a:extLst>
          </p:cNvPr>
          <p:cNvSpPr txBox="1"/>
          <p:nvPr/>
        </p:nvSpPr>
        <p:spPr>
          <a:xfrm>
            <a:off x="8463348" y="3518145"/>
            <a:ext cx="1194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[context menu]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AD91126-9AA2-278E-AA15-E901F00FC999}"/>
              </a:ext>
            </a:extLst>
          </p:cNvPr>
          <p:cNvSpPr txBox="1"/>
          <p:nvPr/>
        </p:nvSpPr>
        <p:spPr>
          <a:xfrm>
            <a:off x="8463348" y="4406519"/>
            <a:ext cx="119455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/>
              <a:t>[context menu]</a:t>
            </a:r>
          </a:p>
        </p:txBody>
      </p:sp>
    </p:spTree>
    <p:extLst>
      <p:ext uri="{BB962C8B-B14F-4D97-AF65-F5344CB8AC3E}">
        <p14:creationId xmlns:p14="http://schemas.microsoft.com/office/powerpoint/2010/main" val="3888396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8290</TotalTime>
  <Words>424</Words>
  <Application>Microsoft Office PowerPoint</Application>
  <PresentationFormat>Widescreen</PresentationFormat>
  <Paragraphs>365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Instruction Manual Slides InSpect and AutoSpect GUI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Crawford, Andrew</dc:creator>
  <cp:lastModifiedBy>Crawford, Andrew</cp:lastModifiedBy>
  <cp:revision>17</cp:revision>
  <cp:lastPrinted>2026-06-23T16:36:01Z</cp:lastPrinted>
  <dcterms:created xsi:type="dcterms:W3CDTF">2024-10-21T14:52:15Z</dcterms:created>
  <dcterms:modified xsi:type="dcterms:W3CDTF">2026-06-24T19:37:37Z</dcterms:modified>
</cp:coreProperties>
</file>